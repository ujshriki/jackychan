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1" d="100"/>
          <a:sy n="81" d="100"/>
        </p:scale>
        <p:origin x="6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999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556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264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376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29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549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4228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4308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380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951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865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60985-A5F0-43D7-B9B6-2A73E88C132D}" type="datetimeFigureOut">
              <a:rPr lang="he-IL" smtClean="0"/>
              <a:t>י"ד/כסלו/תשפ"ו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968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מעוגל 3"/>
          <p:cNvSpPr/>
          <p:nvPr/>
        </p:nvSpPr>
        <p:spPr>
          <a:xfrm>
            <a:off x="452487" y="3110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1 מקבל </a:t>
            </a:r>
            <a:r>
              <a:rPr lang="he-IL" sz="1600" dirty="0" smtClean="0"/>
              <a:t>הודעה חדשה</a:t>
            </a:r>
            <a:endParaRPr lang="he-IL" sz="1600" dirty="0"/>
          </a:p>
        </p:txBody>
      </p:sp>
      <p:sp>
        <p:nvSpPr>
          <p:cNvPr id="5" name="מלבן מעוגל 4"/>
          <p:cNvSpPr/>
          <p:nvPr/>
        </p:nvSpPr>
        <p:spPr>
          <a:xfrm>
            <a:off x="2839039" y="3110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1 מוודא את ה</a:t>
            </a:r>
            <a:r>
              <a:rPr lang="en-US" sz="1600" dirty="0" smtClean="0"/>
              <a:t>Header-</a:t>
            </a:r>
            <a:endParaRPr lang="he-IL" sz="1600" dirty="0"/>
          </a:p>
        </p:txBody>
      </p:sp>
      <p:cxnSp>
        <p:nvCxnSpPr>
          <p:cNvPr id="7" name="מחבר חץ ישר 6"/>
          <p:cNvCxnSpPr>
            <a:stCxn id="4" idx="3"/>
            <a:endCxn id="5" idx="1"/>
          </p:cNvCxnSpPr>
          <p:nvPr/>
        </p:nvCxnSpPr>
        <p:spPr>
          <a:xfrm>
            <a:off x="2026763" y="768285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/>
          <p:cNvCxnSpPr>
            <a:stCxn id="5" idx="3"/>
          </p:cNvCxnSpPr>
          <p:nvPr/>
        </p:nvCxnSpPr>
        <p:spPr>
          <a:xfrm>
            <a:off x="4413315" y="768285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מעוגל 11"/>
          <p:cNvSpPr/>
          <p:nvPr/>
        </p:nvSpPr>
        <p:spPr>
          <a:xfrm>
            <a:off x="10213942" y="4290767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  <p:cxnSp>
        <p:nvCxnSpPr>
          <p:cNvPr id="13" name="מחבר חץ ישר 12"/>
          <p:cNvCxnSpPr/>
          <p:nvPr/>
        </p:nvCxnSpPr>
        <p:spPr>
          <a:xfrm>
            <a:off x="9401666" y="5492685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09013" y="1528734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</a:p>
        </p:txBody>
      </p:sp>
      <p:sp>
        <p:nvSpPr>
          <p:cNvPr id="15" name="יהלום 14"/>
          <p:cNvSpPr/>
          <p:nvPr/>
        </p:nvSpPr>
        <p:spPr>
          <a:xfrm>
            <a:off x="10320779" y="5323408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תנאי?</a:t>
            </a:r>
            <a:endParaRPr lang="he-IL" dirty="0"/>
          </a:p>
        </p:txBody>
      </p:sp>
      <p:sp>
        <p:nvSpPr>
          <p:cNvPr id="16" name="יהלום 15"/>
          <p:cNvSpPr/>
          <p:nvPr/>
        </p:nvSpPr>
        <p:spPr>
          <a:xfrm>
            <a:off x="5225591" y="48285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האם תקין?</a:t>
            </a:r>
            <a:endParaRPr lang="he-IL" dirty="0"/>
          </a:p>
        </p:txBody>
      </p:sp>
      <p:sp>
        <p:nvSpPr>
          <p:cNvPr id="17" name="TextBox 16"/>
          <p:cNvSpPr txBox="1"/>
          <p:nvPr/>
        </p:nvSpPr>
        <p:spPr>
          <a:xfrm>
            <a:off x="9327960" y="5113722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חץ</a:t>
            </a:r>
            <a:endParaRPr lang="he-IL" sz="1400" dirty="0"/>
          </a:p>
        </p:txBody>
      </p:sp>
      <p:cxnSp>
        <p:nvCxnSpPr>
          <p:cNvPr id="18" name="מחבר חץ ישר 17"/>
          <p:cNvCxnSpPr/>
          <p:nvPr/>
        </p:nvCxnSpPr>
        <p:spPr>
          <a:xfrm>
            <a:off x="6665591" y="768285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חץ ישר 18"/>
          <p:cNvCxnSpPr>
            <a:endCxn id="22" idx="0"/>
          </p:cNvCxnSpPr>
          <p:nvPr/>
        </p:nvCxnSpPr>
        <p:spPr>
          <a:xfrm>
            <a:off x="5945591" y="1512064"/>
            <a:ext cx="0" cy="643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מלבן מעוגל 19"/>
          <p:cNvSpPr/>
          <p:nvPr/>
        </p:nvSpPr>
        <p:spPr>
          <a:xfrm>
            <a:off x="8540822" y="5739794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סוף</a:t>
            </a:r>
          </a:p>
        </p:txBody>
      </p:sp>
      <p:sp>
        <p:nvSpPr>
          <p:cNvPr id="22" name="מלבן מעוגל 21"/>
          <p:cNvSpPr/>
          <p:nvPr/>
        </p:nvSpPr>
        <p:spPr>
          <a:xfrm>
            <a:off x="5158453" y="2155652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מפיל את הודעה וחוזר להתחלה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9656" y="429731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</a:p>
        </p:txBody>
      </p:sp>
      <p:sp>
        <p:nvSpPr>
          <p:cNvPr id="27" name="מלבן מעוגל 26"/>
          <p:cNvSpPr/>
          <p:nvPr/>
        </p:nvSpPr>
        <p:spPr>
          <a:xfrm>
            <a:off x="7477867" y="3110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מעביר את ההודעה לבקר 2</a:t>
            </a:r>
          </a:p>
          <a:p>
            <a:pPr algn="ctr"/>
            <a:r>
              <a:rPr lang="he-IL" sz="1600" smtClean="0"/>
              <a:t>וחוזר להתחלה</a:t>
            </a:r>
            <a:endParaRPr lang="he-IL" sz="1600" dirty="0" smtClean="0"/>
          </a:p>
        </p:txBody>
      </p:sp>
      <p:cxnSp>
        <p:nvCxnSpPr>
          <p:cNvPr id="36" name="מחבר מרפקי 35"/>
          <p:cNvCxnSpPr>
            <a:stCxn id="27" idx="2"/>
            <a:endCxn id="4" idx="2"/>
          </p:cNvCxnSpPr>
          <p:nvPr/>
        </p:nvCxnSpPr>
        <p:spPr>
          <a:xfrm rot="5400000">
            <a:off x="4752315" y="-2287205"/>
            <a:ext cx="12700" cy="7025380"/>
          </a:xfrm>
          <a:prstGeom prst="bentConnector3">
            <a:avLst>
              <a:gd name="adj1" fmla="val 2020824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מרפקי 20"/>
          <p:cNvCxnSpPr>
            <a:stCxn id="22" idx="1"/>
            <a:endCxn id="4" idx="2"/>
          </p:cNvCxnSpPr>
          <p:nvPr/>
        </p:nvCxnSpPr>
        <p:spPr>
          <a:xfrm rot="10800000">
            <a:off x="1239625" y="1225486"/>
            <a:ext cx="3918828" cy="138736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מרפקי 25"/>
          <p:cNvCxnSpPr/>
          <p:nvPr/>
        </p:nvCxnSpPr>
        <p:spPr>
          <a:xfrm rot="5400000">
            <a:off x="8265034" y="4929911"/>
            <a:ext cx="611186" cy="120385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399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מעוגל 3"/>
          <p:cNvSpPr/>
          <p:nvPr/>
        </p:nvSpPr>
        <p:spPr>
          <a:xfrm>
            <a:off x="838986" y="7682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1 מקבל </a:t>
            </a:r>
            <a:r>
              <a:rPr lang="he-IL" sz="1600" dirty="0" smtClean="0"/>
              <a:t>הודעה חדשה</a:t>
            </a:r>
            <a:endParaRPr lang="he-IL" sz="1600" dirty="0"/>
          </a:p>
        </p:txBody>
      </p:sp>
      <p:cxnSp>
        <p:nvCxnSpPr>
          <p:cNvPr id="7" name="מחבר חץ ישר 6"/>
          <p:cNvCxnSpPr>
            <a:stCxn id="4" idx="3"/>
            <a:endCxn id="32" idx="1"/>
          </p:cNvCxnSpPr>
          <p:nvPr/>
        </p:nvCxnSpPr>
        <p:spPr>
          <a:xfrm>
            <a:off x="2413262" y="1225485"/>
            <a:ext cx="6566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מעוגל 11"/>
          <p:cNvSpPr/>
          <p:nvPr/>
        </p:nvSpPr>
        <p:spPr>
          <a:xfrm>
            <a:off x="10213942" y="4290767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  <p:cxnSp>
        <p:nvCxnSpPr>
          <p:cNvPr id="13" name="מחבר חץ ישר 12"/>
          <p:cNvCxnSpPr/>
          <p:nvPr/>
        </p:nvCxnSpPr>
        <p:spPr>
          <a:xfrm>
            <a:off x="9401666" y="5492685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יהלום 14"/>
          <p:cNvSpPr/>
          <p:nvPr/>
        </p:nvSpPr>
        <p:spPr>
          <a:xfrm>
            <a:off x="10320779" y="5323408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תנאי?</a:t>
            </a:r>
            <a:endParaRPr lang="he-IL" dirty="0"/>
          </a:p>
        </p:txBody>
      </p:sp>
      <p:sp>
        <p:nvSpPr>
          <p:cNvPr id="17" name="TextBox 16"/>
          <p:cNvSpPr txBox="1"/>
          <p:nvPr/>
        </p:nvSpPr>
        <p:spPr>
          <a:xfrm>
            <a:off x="9327960" y="5113722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חץ</a:t>
            </a:r>
            <a:endParaRPr lang="he-IL" sz="1400" dirty="0"/>
          </a:p>
        </p:txBody>
      </p:sp>
      <p:sp>
        <p:nvSpPr>
          <p:cNvPr id="20" name="מלבן מעוגל 19"/>
          <p:cNvSpPr/>
          <p:nvPr/>
        </p:nvSpPr>
        <p:spPr>
          <a:xfrm>
            <a:off x="8540822" y="5739794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סוף</a:t>
            </a:r>
          </a:p>
        </p:txBody>
      </p:sp>
      <p:sp>
        <p:nvSpPr>
          <p:cNvPr id="22" name="מלבן מעוגל 21"/>
          <p:cNvSpPr/>
          <p:nvPr/>
        </p:nvSpPr>
        <p:spPr>
          <a:xfrm>
            <a:off x="5122685" y="2622449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מפיל את הודעה וחוזר להתחלה</a:t>
            </a:r>
          </a:p>
        </p:txBody>
      </p:sp>
      <p:sp>
        <p:nvSpPr>
          <p:cNvPr id="27" name="מלבן מעוגל 26"/>
          <p:cNvSpPr/>
          <p:nvPr/>
        </p:nvSpPr>
        <p:spPr>
          <a:xfrm>
            <a:off x="1527161" y="4254496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מעביר את ההודעה לבקר </a:t>
            </a:r>
            <a:r>
              <a:rPr lang="he-IL" sz="1600" dirty="0" smtClean="0"/>
              <a:t>2</a:t>
            </a:r>
            <a:endParaRPr lang="he-IL" sz="1600" dirty="0" smtClean="0"/>
          </a:p>
        </p:txBody>
      </p:sp>
      <p:sp>
        <p:nvSpPr>
          <p:cNvPr id="32" name="יהלום 31"/>
          <p:cNvSpPr/>
          <p:nvPr/>
        </p:nvSpPr>
        <p:spPr>
          <a:xfrm>
            <a:off x="3069907" y="567179"/>
            <a:ext cx="2342742" cy="1316611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ה-</a:t>
            </a:r>
            <a:r>
              <a:rPr lang="en-US" dirty="0" smtClean="0"/>
              <a:t>Start </a:t>
            </a:r>
            <a:r>
              <a:rPr lang="en-US" dirty="0"/>
              <a:t>of Sentence</a:t>
            </a:r>
            <a:r>
              <a:rPr lang="he-IL" dirty="0"/>
              <a:t> תקין ל</a:t>
            </a:r>
            <a:r>
              <a:rPr lang="en-US" dirty="0" smtClean="0"/>
              <a:t>AIS</a:t>
            </a:r>
            <a:r>
              <a:rPr lang="he-IL" dirty="0" smtClean="0"/>
              <a:t>?</a:t>
            </a:r>
            <a:endParaRPr lang="he-IL" dirty="0"/>
          </a:p>
        </p:txBody>
      </p:sp>
      <p:sp>
        <p:nvSpPr>
          <p:cNvPr id="37" name="יהלום 36"/>
          <p:cNvSpPr/>
          <p:nvPr/>
        </p:nvSpPr>
        <p:spPr>
          <a:xfrm>
            <a:off x="6069294" y="439707"/>
            <a:ext cx="2088770" cy="1571556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מספר ה</a:t>
            </a:r>
            <a:r>
              <a:rPr lang="en-US" dirty="0" smtClean="0"/>
              <a:t>fields</a:t>
            </a:r>
            <a:r>
              <a:rPr lang="he-IL" dirty="0" smtClean="0"/>
              <a:t> תקין?</a:t>
            </a:r>
            <a:endParaRPr lang="he-IL" dirty="0"/>
          </a:p>
        </p:txBody>
      </p:sp>
      <p:sp>
        <p:nvSpPr>
          <p:cNvPr id="53" name="יהלום 52"/>
          <p:cNvSpPr/>
          <p:nvPr/>
        </p:nvSpPr>
        <p:spPr>
          <a:xfrm>
            <a:off x="8262944" y="1525783"/>
            <a:ext cx="2277444" cy="97096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err="1" smtClean="0"/>
              <a:t>Fillbit</a:t>
            </a:r>
            <a:r>
              <a:rPr lang="en-US" dirty="0" smtClean="0"/>
              <a:t> </a:t>
            </a:r>
            <a:r>
              <a:rPr lang="he-IL" dirty="0" smtClean="0"/>
              <a:t>תקין?</a:t>
            </a:r>
            <a:endParaRPr lang="he-IL" dirty="0"/>
          </a:p>
        </p:txBody>
      </p:sp>
      <p:cxnSp>
        <p:nvCxnSpPr>
          <p:cNvPr id="54" name="מחבר חץ ישר 53"/>
          <p:cNvCxnSpPr>
            <a:stCxn id="32" idx="3"/>
            <a:endCxn id="37" idx="1"/>
          </p:cNvCxnSpPr>
          <p:nvPr/>
        </p:nvCxnSpPr>
        <p:spPr>
          <a:xfrm>
            <a:off x="5412649" y="1225485"/>
            <a:ext cx="6566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יהלום 73"/>
          <p:cNvSpPr/>
          <p:nvPr/>
        </p:nvSpPr>
        <p:spPr>
          <a:xfrm>
            <a:off x="8262944" y="3312568"/>
            <a:ext cx="2277444" cy="97096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Checksum</a:t>
            </a:r>
            <a:r>
              <a:rPr lang="he-IL" dirty="0" smtClean="0"/>
              <a:t> תקין?</a:t>
            </a:r>
            <a:endParaRPr lang="he-IL" dirty="0"/>
          </a:p>
        </p:txBody>
      </p:sp>
      <p:cxnSp>
        <p:nvCxnSpPr>
          <p:cNvPr id="78" name="מחבר חץ ישר 77"/>
          <p:cNvCxnSpPr>
            <a:stCxn id="53" idx="2"/>
            <a:endCxn id="74" idx="0"/>
          </p:cNvCxnSpPr>
          <p:nvPr/>
        </p:nvCxnSpPr>
        <p:spPr>
          <a:xfrm>
            <a:off x="9401666" y="2496743"/>
            <a:ext cx="0" cy="8158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יהלום 86"/>
          <p:cNvSpPr/>
          <p:nvPr/>
        </p:nvSpPr>
        <p:spPr>
          <a:xfrm>
            <a:off x="4863706" y="4227544"/>
            <a:ext cx="2092234" cy="97096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האם </a:t>
            </a:r>
            <a:r>
              <a:rPr lang="en-US" dirty="0" smtClean="0"/>
              <a:t>fragment</a:t>
            </a:r>
            <a:r>
              <a:rPr lang="he-IL" dirty="0" smtClean="0"/>
              <a:t>?</a:t>
            </a:r>
            <a:endParaRPr lang="he-IL" dirty="0"/>
          </a:p>
        </p:txBody>
      </p:sp>
      <p:cxnSp>
        <p:nvCxnSpPr>
          <p:cNvPr id="102" name="מחבר חץ ישר 101"/>
          <p:cNvCxnSpPr>
            <a:stCxn id="87" idx="1"/>
            <a:endCxn id="27" idx="3"/>
          </p:cNvCxnSpPr>
          <p:nvPr/>
        </p:nvCxnSpPr>
        <p:spPr>
          <a:xfrm flipH="1" flipV="1">
            <a:off x="3101437" y="4711696"/>
            <a:ext cx="1762269" cy="1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982069" y="1819366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  <a:endParaRPr lang="he-IL" sz="1400" dirty="0"/>
          </a:p>
        </p:txBody>
      </p:sp>
      <p:sp>
        <p:nvSpPr>
          <p:cNvPr id="116" name="TextBox 115"/>
          <p:cNvSpPr txBox="1"/>
          <p:nvPr/>
        </p:nvSpPr>
        <p:spPr>
          <a:xfrm>
            <a:off x="5375683" y="830770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  <a:endParaRPr lang="he-IL" sz="1600" dirty="0"/>
          </a:p>
        </p:txBody>
      </p:sp>
      <p:sp>
        <p:nvSpPr>
          <p:cNvPr id="118" name="TextBox 117"/>
          <p:cNvSpPr txBox="1"/>
          <p:nvPr/>
        </p:nvSpPr>
        <p:spPr>
          <a:xfrm>
            <a:off x="7808025" y="865436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261170" y="2635587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  <a:endParaRPr lang="he-IL" sz="1600" dirty="0"/>
          </a:p>
        </p:txBody>
      </p:sp>
      <p:sp>
        <p:nvSpPr>
          <p:cNvPr id="120" name="TextBox 119"/>
          <p:cNvSpPr txBox="1"/>
          <p:nvPr/>
        </p:nvSpPr>
        <p:spPr>
          <a:xfrm>
            <a:off x="8597383" y="4358718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  <a:endParaRPr lang="he-IL" sz="1600" dirty="0"/>
          </a:p>
        </p:txBody>
      </p:sp>
      <p:sp>
        <p:nvSpPr>
          <p:cNvPr id="122" name="TextBox 121"/>
          <p:cNvSpPr txBox="1"/>
          <p:nvPr/>
        </p:nvSpPr>
        <p:spPr>
          <a:xfrm>
            <a:off x="4241278" y="4344387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  <a:endParaRPr lang="he-IL" sz="1600" dirty="0"/>
          </a:p>
        </p:txBody>
      </p:sp>
      <p:sp>
        <p:nvSpPr>
          <p:cNvPr id="125" name="TextBox 124"/>
          <p:cNvSpPr txBox="1"/>
          <p:nvPr/>
        </p:nvSpPr>
        <p:spPr>
          <a:xfrm>
            <a:off x="6256348" y="1761021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  <a:endParaRPr lang="he-IL" sz="1400" dirty="0"/>
          </a:p>
        </p:txBody>
      </p:sp>
      <p:sp>
        <p:nvSpPr>
          <p:cNvPr id="126" name="TextBox 125"/>
          <p:cNvSpPr txBox="1"/>
          <p:nvPr/>
        </p:nvSpPr>
        <p:spPr>
          <a:xfrm>
            <a:off x="7728454" y="3373258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  <a:endParaRPr lang="he-IL" sz="1400" dirty="0"/>
          </a:p>
        </p:txBody>
      </p:sp>
      <p:sp>
        <p:nvSpPr>
          <p:cNvPr id="127" name="TextBox 126"/>
          <p:cNvSpPr txBox="1"/>
          <p:nvPr/>
        </p:nvSpPr>
        <p:spPr>
          <a:xfrm>
            <a:off x="7759235" y="2043666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  <a:endParaRPr lang="he-IL" sz="1400" dirty="0"/>
          </a:p>
        </p:txBody>
      </p:sp>
      <p:sp>
        <p:nvSpPr>
          <p:cNvPr id="128" name="TextBox 127"/>
          <p:cNvSpPr txBox="1"/>
          <p:nvPr/>
        </p:nvSpPr>
        <p:spPr>
          <a:xfrm>
            <a:off x="5525771" y="3939057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  <a:endParaRPr lang="he-IL" sz="1400" dirty="0"/>
          </a:p>
        </p:txBody>
      </p:sp>
      <p:cxnSp>
        <p:nvCxnSpPr>
          <p:cNvPr id="41" name="מחבר חץ ישר 40"/>
          <p:cNvCxnSpPr>
            <a:stCxn id="27" idx="1"/>
          </p:cNvCxnSpPr>
          <p:nvPr/>
        </p:nvCxnSpPr>
        <p:spPr>
          <a:xfrm flipH="1">
            <a:off x="141402" y="4711696"/>
            <a:ext cx="138575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מרפקי 2"/>
          <p:cNvCxnSpPr>
            <a:stCxn id="37" idx="2"/>
            <a:endCxn id="22" idx="0"/>
          </p:cNvCxnSpPr>
          <p:nvPr/>
        </p:nvCxnSpPr>
        <p:spPr>
          <a:xfrm rot="5400000">
            <a:off x="6206158" y="1714928"/>
            <a:ext cx="611186" cy="120385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מחבר מרפקי 41"/>
          <p:cNvCxnSpPr>
            <a:stCxn id="32" idx="2"/>
            <a:endCxn id="22" idx="0"/>
          </p:cNvCxnSpPr>
          <p:nvPr/>
        </p:nvCxnSpPr>
        <p:spPr>
          <a:xfrm rot="16200000" flipH="1">
            <a:off x="4706221" y="1418846"/>
            <a:ext cx="738659" cy="1668545"/>
          </a:xfrm>
          <a:prstGeom prst="bentConnector3">
            <a:avLst>
              <a:gd name="adj1" fmla="val 5765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מחבר מרפקי 47"/>
          <p:cNvCxnSpPr>
            <a:stCxn id="53" idx="1"/>
            <a:endCxn id="22" idx="3"/>
          </p:cNvCxnSpPr>
          <p:nvPr/>
        </p:nvCxnSpPr>
        <p:spPr>
          <a:xfrm rot="10800000" flipV="1">
            <a:off x="6696962" y="2011263"/>
            <a:ext cx="1565983" cy="106838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מחבר מרפקי 50"/>
          <p:cNvCxnSpPr>
            <a:stCxn id="74" idx="1"/>
            <a:endCxn id="22" idx="3"/>
          </p:cNvCxnSpPr>
          <p:nvPr/>
        </p:nvCxnSpPr>
        <p:spPr>
          <a:xfrm rot="10800000">
            <a:off x="6696962" y="3079650"/>
            <a:ext cx="1565983" cy="718399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חץ ישר 59"/>
          <p:cNvCxnSpPr>
            <a:stCxn id="87" idx="0"/>
            <a:endCxn id="22" idx="2"/>
          </p:cNvCxnSpPr>
          <p:nvPr/>
        </p:nvCxnSpPr>
        <p:spPr>
          <a:xfrm flipV="1">
            <a:off x="5909823" y="3536849"/>
            <a:ext cx="0" cy="6906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מחבר מרפקי 65"/>
          <p:cNvCxnSpPr>
            <a:stCxn id="22" idx="1"/>
            <a:endCxn id="4" idx="2"/>
          </p:cNvCxnSpPr>
          <p:nvPr/>
        </p:nvCxnSpPr>
        <p:spPr>
          <a:xfrm rot="10800000">
            <a:off x="1626125" y="1682685"/>
            <a:ext cx="3496561" cy="13969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מחבר מרפקי 68"/>
          <p:cNvCxnSpPr/>
          <p:nvPr/>
        </p:nvCxnSpPr>
        <p:spPr>
          <a:xfrm rot="5400000">
            <a:off x="8265034" y="4929911"/>
            <a:ext cx="611186" cy="120385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מחבר מרפקי 69"/>
          <p:cNvCxnSpPr>
            <a:stCxn id="74" idx="2"/>
            <a:endCxn id="87" idx="3"/>
          </p:cNvCxnSpPr>
          <p:nvPr/>
        </p:nvCxnSpPr>
        <p:spPr>
          <a:xfrm rot="5400000">
            <a:off x="7964055" y="3275413"/>
            <a:ext cx="429496" cy="244572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מחבר מרפקי 71"/>
          <p:cNvCxnSpPr>
            <a:stCxn id="37" idx="3"/>
            <a:endCxn id="53" idx="0"/>
          </p:cNvCxnSpPr>
          <p:nvPr/>
        </p:nvCxnSpPr>
        <p:spPr>
          <a:xfrm>
            <a:off x="8158064" y="1225485"/>
            <a:ext cx="1243602" cy="30029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81755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2613</TotalTime>
  <Words>85</Words>
  <Application>Microsoft Office PowerPoint</Application>
  <PresentationFormat>מסך רחב</PresentationFormat>
  <Paragraphs>34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ערכת נושא Office</vt:lpstr>
      <vt:lpstr>מצגת של PowerPoint</vt:lpstr>
      <vt:lpstr>מצגת של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Amos Ofir</dc:creator>
  <cp:lastModifiedBy>Amos Ofir</cp:lastModifiedBy>
  <cp:revision>56</cp:revision>
  <dcterms:created xsi:type="dcterms:W3CDTF">2025-12-03T08:40:10Z</dcterms:created>
  <dcterms:modified xsi:type="dcterms:W3CDTF">2025-12-05T11:25:06Z</dcterms:modified>
</cp:coreProperties>
</file>