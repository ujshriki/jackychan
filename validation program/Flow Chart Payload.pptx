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5" r:id="rId2"/>
    <p:sldId id="256" r:id="rId3"/>
    <p:sldId id="262" r:id="rId4"/>
    <p:sldId id="257" r:id="rId5"/>
    <p:sldId id="259" r:id="rId6"/>
    <p:sldId id="258" r:id="rId7"/>
    <p:sldId id="260" r:id="rId8"/>
    <p:sldId id="261" r:id="rId9"/>
    <p:sldId id="264" r:id="rId10"/>
    <p:sldId id="266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1" d="100"/>
          <a:sy n="81" d="100"/>
        </p:scale>
        <p:origin x="6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999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556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264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376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29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549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4228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4308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380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951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865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60985-A5F0-43D7-B9B6-2A73E88C132D}" type="datetimeFigureOut">
              <a:rPr lang="he-IL" smtClean="0"/>
              <a:t>ט"ו/כסלו/תשפ"ו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E2661-2612-4FD0-A1E2-6A47B6E659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968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להוסיף מילון מושגים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52486"/>
          </a:xfrm>
        </p:spPr>
        <p:txBody>
          <a:bodyPr/>
          <a:lstStyle/>
          <a:p>
            <a:r>
              <a:rPr lang="he-IL" dirty="0" smtClean="0"/>
              <a:t>כל המושגים הבסיסיים, </a:t>
            </a:r>
            <a:r>
              <a:rPr lang="en-US" dirty="0" smtClean="0"/>
              <a:t>Payload</a:t>
            </a:r>
            <a:r>
              <a:rPr lang="he-IL" dirty="0" smtClean="0"/>
              <a:t> וכו'</a:t>
            </a:r>
            <a:endParaRPr lang="he-IL" dirty="0"/>
          </a:p>
        </p:txBody>
      </p:sp>
      <p:sp>
        <p:nvSpPr>
          <p:cNvPr id="4" name="מלבן מעוגל 3"/>
          <p:cNvSpPr/>
          <p:nvPr/>
        </p:nvSpPr>
        <p:spPr>
          <a:xfrm>
            <a:off x="6226403" y="5719763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  <p:cxnSp>
        <p:nvCxnSpPr>
          <p:cNvPr id="5" name="מחבר חץ ישר 4"/>
          <p:cNvCxnSpPr/>
          <p:nvPr/>
        </p:nvCxnSpPr>
        <p:spPr>
          <a:xfrm>
            <a:off x="8064492" y="6271232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90786" y="5892269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חץ</a:t>
            </a:r>
            <a:endParaRPr lang="he-IL" sz="1400" dirty="0"/>
          </a:p>
        </p:txBody>
      </p:sp>
      <p:sp>
        <p:nvSpPr>
          <p:cNvPr id="7" name="מלבן מעוגל 6"/>
          <p:cNvSpPr/>
          <p:nvPr/>
        </p:nvSpPr>
        <p:spPr>
          <a:xfrm>
            <a:off x="10372625" y="5719561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סוף</a:t>
            </a:r>
          </a:p>
        </p:txBody>
      </p:sp>
      <p:sp>
        <p:nvSpPr>
          <p:cNvPr id="8" name="יהלום 7"/>
          <p:cNvSpPr/>
          <p:nvPr/>
        </p:nvSpPr>
        <p:spPr>
          <a:xfrm>
            <a:off x="8901691" y="5346361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תנאי?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776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מעוגל 3"/>
          <p:cNvSpPr/>
          <p:nvPr/>
        </p:nvSpPr>
        <p:spPr>
          <a:xfrm>
            <a:off x="3770723" y="961534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2 מקבל הודעה חדשה</a:t>
            </a:r>
            <a:endParaRPr lang="he-IL" sz="1600" dirty="0"/>
          </a:p>
        </p:txBody>
      </p:sp>
      <p:sp>
        <p:nvSpPr>
          <p:cNvPr id="5" name="מלבן מעוגל 4"/>
          <p:cNvSpPr/>
          <p:nvPr/>
        </p:nvSpPr>
        <p:spPr>
          <a:xfrm>
            <a:off x="6157275" y="961534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2 מוודא את ה</a:t>
            </a:r>
            <a:r>
              <a:rPr lang="en-US" sz="1600" dirty="0" smtClean="0"/>
              <a:t>Payload-</a:t>
            </a:r>
            <a:endParaRPr lang="he-IL" sz="1600" dirty="0"/>
          </a:p>
        </p:txBody>
      </p:sp>
      <p:cxnSp>
        <p:nvCxnSpPr>
          <p:cNvPr id="7" name="מחבר חץ ישר 6"/>
          <p:cNvCxnSpPr>
            <a:stCxn id="4" idx="3"/>
            <a:endCxn id="5" idx="1"/>
          </p:cNvCxnSpPr>
          <p:nvPr/>
        </p:nvCxnSpPr>
        <p:spPr>
          <a:xfrm>
            <a:off x="5344999" y="1418734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/>
          <p:cNvCxnSpPr>
            <a:stCxn id="5" idx="3"/>
            <a:endCxn id="16" idx="1"/>
          </p:cNvCxnSpPr>
          <p:nvPr/>
        </p:nvCxnSpPr>
        <p:spPr>
          <a:xfrm>
            <a:off x="7731551" y="1418734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מעוגל 11"/>
          <p:cNvSpPr/>
          <p:nvPr/>
        </p:nvSpPr>
        <p:spPr>
          <a:xfrm>
            <a:off x="10213942" y="4290767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  <p:cxnSp>
        <p:nvCxnSpPr>
          <p:cNvPr id="13" name="מחבר חץ ישר 12"/>
          <p:cNvCxnSpPr/>
          <p:nvPr/>
        </p:nvCxnSpPr>
        <p:spPr>
          <a:xfrm>
            <a:off x="9401666" y="5492685"/>
            <a:ext cx="81227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42787" y="2086881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</a:p>
        </p:txBody>
      </p:sp>
      <p:sp>
        <p:nvSpPr>
          <p:cNvPr id="15" name="יהלום 14"/>
          <p:cNvSpPr/>
          <p:nvPr/>
        </p:nvSpPr>
        <p:spPr>
          <a:xfrm>
            <a:off x="10320779" y="5323408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תנאי?</a:t>
            </a:r>
            <a:endParaRPr lang="he-IL" dirty="0"/>
          </a:p>
        </p:txBody>
      </p:sp>
      <p:sp>
        <p:nvSpPr>
          <p:cNvPr id="16" name="יהלום 15"/>
          <p:cNvSpPr/>
          <p:nvPr/>
        </p:nvSpPr>
        <p:spPr>
          <a:xfrm>
            <a:off x="8543827" y="698734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האם תקין?</a:t>
            </a:r>
            <a:endParaRPr lang="he-IL" dirty="0"/>
          </a:p>
        </p:txBody>
      </p:sp>
      <p:sp>
        <p:nvSpPr>
          <p:cNvPr id="17" name="TextBox 16"/>
          <p:cNvSpPr txBox="1"/>
          <p:nvPr/>
        </p:nvSpPr>
        <p:spPr>
          <a:xfrm>
            <a:off x="9327960" y="5113722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חץ</a:t>
            </a:r>
            <a:endParaRPr lang="he-IL" sz="1400" dirty="0"/>
          </a:p>
        </p:txBody>
      </p:sp>
      <p:cxnSp>
        <p:nvCxnSpPr>
          <p:cNvPr id="18" name="מחבר חץ ישר 17"/>
          <p:cNvCxnSpPr>
            <a:stCxn id="16" idx="3"/>
            <a:endCxn id="27" idx="0"/>
          </p:cNvCxnSpPr>
          <p:nvPr/>
        </p:nvCxnSpPr>
        <p:spPr>
          <a:xfrm>
            <a:off x="9983827" y="1418734"/>
            <a:ext cx="475049" cy="9688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חץ ישר 18"/>
          <p:cNvCxnSpPr>
            <a:stCxn id="16" idx="2"/>
            <a:endCxn id="22" idx="3"/>
          </p:cNvCxnSpPr>
          <p:nvPr/>
        </p:nvCxnSpPr>
        <p:spPr>
          <a:xfrm flipH="1">
            <a:off x="7815024" y="2138734"/>
            <a:ext cx="1448803" cy="7439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מלבן מעוגל 19"/>
          <p:cNvSpPr/>
          <p:nvPr/>
        </p:nvSpPr>
        <p:spPr>
          <a:xfrm>
            <a:off x="8540822" y="5739794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סוף</a:t>
            </a:r>
          </a:p>
        </p:txBody>
      </p:sp>
      <p:sp>
        <p:nvSpPr>
          <p:cNvPr id="22" name="מלבן מעוגל 21"/>
          <p:cNvSpPr/>
          <p:nvPr/>
        </p:nvSpPr>
        <p:spPr>
          <a:xfrm>
            <a:off x="6240748" y="2425435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מפיל את הודעה וחוזר להתחלה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6063" y="1637393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</a:p>
        </p:txBody>
      </p:sp>
      <p:sp>
        <p:nvSpPr>
          <p:cNvPr id="27" name="מלבן מעוגל 26"/>
          <p:cNvSpPr/>
          <p:nvPr/>
        </p:nvSpPr>
        <p:spPr>
          <a:xfrm>
            <a:off x="9671738" y="2387557"/>
            <a:ext cx="1574276" cy="952277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מעביר את ההודעה הלאה ועובר וחוזר להתחלה</a:t>
            </a:r>
          </a:p>
        </p:txBody>
      </p:sp>
      <p:cxnSp>
        <p:nvCxnSpPr>
          <p:cNvPr id="28" name="מחבר חץ ישר 27"/>
          <p:cNvCxnSpPr>
            <a:stCxn id="22" idx="1"/>
            <a:endCxn id="4" idx="2"/>
          </p:cNvCxnSpPr>
          <p:nvPr/>
        </p:nvCxnSpPr>
        <p:spPr>
          <a:xfrm flipH="1" flipV="1">
            <a:off x="4557861" y="1875934"/>
            <a:ext cx="1682887" cy="10067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מחבר מרפקי 35"/>
          <p:cNvCxnSpPr/>
          <p:nvPr/>
        </p:nvCxnSpPr>
        <p:spPr>
          <a:xfrm rot="5400000" flipH="1">
            <a:off x="6776420" y="-342623"/>
            <a:ext cx="1463900" cy="5901015"/>
          </a:xfrm>
          <a:prstGeom prst="bentConnector3">
            <a:avLst>
              <a:gd name="adj1" fmla="val -4781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חץ ישר 20"/>
          <p:cNvCxnSpPr/>
          <p:nvPr/>
        </p:nvCxnSpPr>
        <p:spPr>
          <a:xfrm>
            <a:off x="9401667" y="5492685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מרפקי 22"/>
          <p:cNvCxnSpPr/>
          <p:nvPr/>
        </p:nvCxnSpPr>
        <p:spPr>
          <a:xfrm rot="5400000" flipH="1">
            <a:off x="6776421" y="-342623"/>
            <a:ext cx="1463900" cy="5901015"/>
          </a:xfrm>
          <a:prstGeom prst="bentConnector3">
            <a:avLst>
              <a:gd name="adj1" fmla="val -4781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מלבן מעוגל 24"/>
          <p:cNvSpPr/>
          <p:nvPr/>
        </p:nvSpPr>
        <p:spPr>
          <a:xfrm>
            <a:off x="257770" y="911527"/>
            <a:ext cx="1574276" cy="1014413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2 טוען את ה-</a:t>
            </a:r>
            <a:r>
              <a:rPr lang="en-US" sz="1600" dirty="0" err="1"/>
              <a:t>J</a:t>
            </a:r>
            <a:r>
              <a:rPr lang="en-US" sz="1600" dirty="0" err="1" smtClean="0"/>
              <a:t>son</a:t>
            </a:r>
            <a:r>
              <a:rPr lang="he-IL" sz="1600" dirty="0" smtClean="0"/>
              <a:t>ים של הסוגי הודעות שבודקים</a:t>
            </a:r>
          </a:p>
        </p:txBody>
      </p:sp>
      <p:sp>
        <p:nvSpPr>
          <p:cNvPr id="26" name="מלבן מעוגל 25"/>
          <p:cNvSpPr/>
          <p:nvPr/>
        </p:nvSpPr>
        <p:spPr>
          <a:xfrm>
            <a:off x="2094241" y="2123563"/>
            <a:ext cx="1698062" cy="1216271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2 טוען את ה-</a:t>
            </a:r>
            <a:r>
              <a:rPr lang="en-US" sz="1600" dirty="0" err="1"/>
              <a:t>J</a:t>
            </a:r>
            <a:r>
              <a:rPr lang="en-US" sz="1600" dirty="0" err="1" smtClean="0"/>
              <a:t>son</a:t>
            </a:r>
            <a:r>
              <a:rPr lang="he-IL" sz="1600" dirty="0" smtClean="0"/>
              <a:t>ים של הערכים התקינים של הסוגי הודעות שבודקים</a:t>
            </a:r>
          </a:p>
        </p:txBody>
      </p:sp>
      <p:cxnSp>
        <p:nvCxnSpPr>
          <p:cNvPr id="29" name="מחבר חץ ישר 28"/>
          <p:cNvCxnSpPr>
            <a:stCxn id="25" idx="2"/>
            <a:endCxn id="26" idx="1"/>
          </p:cNvCxnSpPr>
          <p:nvPr/>
        </p:nvCxnSpPr>
        <p:spPr>
          <a:xfrm>
            <a:off x="1044908" y="1925940"/>
            <a:ext cx="1049333" cy="8057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חץ ישר 29"/>
          <p:cNvCxnSpPr>
            <a:stCxn id="26" idx="0"/>
            <a:endCxn id="4" idx="1"/>
          </p:cNvCxnSpPr>
          <p:nvPr/>
        </p:nvCxnSpPr>
        <p:spPr>
          <a:xfrm flipV="1">
            <a:off x="2943272" y="1418734"/>
            <a:ext cx="827451" cy="7048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39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מעוגל 3"/>
          <p:cNvSpPr/>
          <p:nvPr/>
        </p:nvSpPr>
        <p:spPr>
          <a:xfrm>
            <a:off x="669304" y="952108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2 מקבל הודעה</a:t>
            </a:r>
            <a:endParaRPr lang="he-IL" sz="1600" dirty="0"/>
          </a:p>
        </p:txBody>
      </p:sp>
      <p:sp>
        <p:nvSpPr>
          <p:cNvPr id="5" name="מלבן מעוגל 4"/>
          <p:cNvSpPr/>
          <p:nvPr/>
        </p:nvSpPr>
        <p:spPr>
          <a:xfrm>
            <a:off x="3055856" y="952108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2 מוודא את ה</a:t>
            </a:r>
            <a:r>
              <a:rPr lang="en-US" sz="1600" dirty="0" smtClean="0"/>
              <a:t>Payload-</a:t>
            </a:r>
            <a:endParaRPr lang="he-IL" sz="1600" dirty="0"/>
          </a:p>
        </p:txBody>
      </p:sp>
      <p:cxnSp>
        <p:nvCxnSpPr>
          <p:cNvPr id="7" name="מחבר חץ ישר 6"/>
          <p:cNvCxnSpPr>
            <a:stCxn id="4" idx="3"/>
            <a:endCxn id="5" idx="1"/>
          </p:cNvCxnSpPr>
          <p:nvPr/>
        </p:nvCxnSpPr>
        <p:spPr>
          <a:xfrm>
            <a:off x="2243580" y="1409308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/>
          <p:cNvCxnSpPr>
            <a:stCxn id="5" idx="3"/>
            <a:endCxn id="16" idx="1"/>
          </p:cNvCxnSpPr>
          <p:nvPr/>
        </p:nvCxnSpPr>
        <p:spPr>
          <a:xfrm>
            <a:off x="4630132" y="1409308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מעוגל 11"/>
          <p:cNvSpPr/>
          <p:nvPr/>
        </p:nvSpPr>
        <p:spPr>
          <a:xfrm>
            <a:off x="10213942" y="4290767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  <p:cxnSp>
        <p:nvCxnSpPr>
          <p:cNvPr id="13" name="מחבר חץ ישר 12"/>
          <p:cNvCxnSpPr/>
          <p:nvPr/>
        </p:nvCxnSpPr>
        <p:spPr>
          <a:xfrm>
            <a:off x="9401666" y="5492685"/>
            <a:ext cx="81227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1368" y="2077455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</a:p>
        </p:txBody>
      </p:sp>
      <p:sp>
        <p:nvSpPr>
          <p:cNvPr id="15" name="יהלום 14"/>
          <p:cNvSpPr/>
          <p:nvPr/>
        </p:nvSpPr>
        <p:spPr>
          <a:xfrm>
            <a:off x="10320779" y="5323408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תנאי?</a:t>
            </a:r>
            <a:endParaRPr lang="he-IL" dirty="0"/>
          </a:p>
        </p:txBody>
      </p:sp>
      <p:sp>
        <p:nvSpPr>
          <p:cNvPr id="16" name="יהלום 15"/>
          <p:cNvSpPr/>
          <p:nvPr/>
        </p:nvSpPr>
        <p:spPr>
          <a:xfrm>
            <a:off x="5442408" y="689308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האם תקין?</a:t>
            </a:r>
            <a:endParaRPr lang="he-IL" dirty="0"/>
          </a:p>
        </p:txBody>
      </p:sp>
      <p:sp>
        <p:nvSpPr>
          <p:cNvPr id="17" name="TextBox 16"/>
          <p:cNvSpPr txBox="1"/>
          <p:nvPr/>
        </p:nvSpPr>
        <p:spPr>
          <a:xfrm>
            <a:off x="9327960" y="5113722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חץ</a:t>
            </a:r>
            <a:endParaRPr lang="he-IL" sz="1400" dirty="0"/>
          </a:p>
        </p:txBody>
      </p:sp>
      <p:cxnSp>
        <p:nvCxnSpPr>
          <p:cNvPr id="18" name="מחבר חץ ישר 17"/>
          <p:cNvCxnSpPr>
            <a:stCxn id="16" idx="3"/>
            <a:endCxn id="27" idx="0"/>
          </p:cNvCxnSpPr>
          <p:nvPr/>
        </p:nvCxnSpPr>
        <p:spPr>
          <a:xfrm>
            <a:off x="6882408" y="1409308"/>
            <a:ext cx="475049" cy="9688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חץ ישר 18"/>
          <p:cNvCxnSpPr>
            <a:stCxn id="16" idx="2"/>
            <a:endCxn id="22" idx="3"/>
          </p:cNvCxnSpPr>
          <p:nvPr/>
        </p:nvCxnSpPr>
        <p:spPr>
          <a:xfrm flipH="1">
            <a:off x="4713605" y="2129308"/>
            <a:ext cx="1448803" cy="7439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מלבן מעוגל 19"/>
          <p:cNvSpPr/>
          <p:nvPr/>
        </p:nvSpPr>
        <p:spPr>
          <a:xfrm>
            <a:off x="8540822" y="5739794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סוף</a:t>
            </a:r>
          </a:p>
        </p:txBody>
      </p:sp>
      <p:sp>
        <p:nvSpPr>
          <p:cNvPr id="22" name="מלבן מעוגל 21"/>
          <p:cNvSpPr/>
          <p:nvPr/>
        </p:nvSpPr>
        <p:spPr>
          <a:xfrm>
            <a:off x="3139329" y="2416009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מפיל את הודעה וחוזר להתחלה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4644" y="1627967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</a:p>
        </p:txBody>
      </p:sp>
      <p:sp>
        <p:nvSpPr>
          <p:cNvPr id="27" name="מלבן מעוגל 26"/>
          <p:cNvSpPr/>
          <p:nvPr/>
        </p:nvSpPr>
        <p:spPr>
          <a:xfrm>
            <a:off x="6570319" y="2378131"/>
            <a:ext cx="1574276" cy="952277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מעביר את ההודעה הלאה ועובר וחוזר להתחלה</a:t>
            </a:r>
          </a:p>
        </p:txBody>
      </p:sp>
      <p:cxnSp>
        <p:nvCxnSpPr>
          <p:cNvPr id="28" name="מחבר חץ ישר 27"/>
          <p:cNvCxnSpPr>
            <a:stCxn id="22" idx="1"/>
            <a:endCxn id="4" idx="2"/>
          </p:cNvCxnSpPr>
          <p:nvPr/>
        </p:nvCxnSpPr>
        <p:spPr>
          <a:xfrm flipH="1" flipV="1">
            <a:off x="1456442" y="1866508"/>
            <a:ext cx="1682887" cy="10067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מחבר מרפקי 35"/>
          <p:cNvCxnSpPr/>
          <p:nvPr/>
        </p:nvCxnSpPr>
        <p:spPr>
          <a:xfrm rot="5400000" flipH="1">
            <a:off x="3675001" y="-352049"/>
            <a:ext cx="1463900" cy="5901015"/>
          </a:xfrm>
          <a:prstGeom prst="bentConnector3">
            <a:avLst>
              <a:gd name="adj1" fmla="val -4781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חץ ישר 20"/>
          <p:cNvCxnSpPr/>
          <p:nvPr/>
        </p:nvCxnSpPr>
        <p:spPr>
          <a:xfrm>
            <a:off x="9401667" y="5492685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מרפקי 22"/>
          <p:cNvCxnSpPr/>
          <p:nvPr/>
        </p:nvCxnSpPr>
        <p:spPr>
          <a:xfrm rot="5400000" flipH="1">
            <a:off x="3675002" y="-352049"/>
            <a:ext cx="1463900" cy="5901015"/>
          </a:xfrm>
          <a:prstGeom prst="bentConnector3">
            <a:avLst>
              <a:gd name="adj1" fmla="val -4781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482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מעוגל 3"/>
          <p:cNvSpPr/>
          <p:nvPr/>
        </p:nvSpPr>
        <p:spPr>
          <a:xfrm>
            <a:off x="452487" y="7682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2 מקבל הודעה</a:t>
            </a:r>
            <a:endParaRPr lang="he-IL" sz="1600" dirty="0"/>
          </a:p>
        </p:txBody>
      </p:sp>
      <p:sp>
        <p:nvSpPr>
          <p:cNvPr id="5" name="מלבן מעוגל 4"/>
          <p:cNvSpPr/>
          <p:nvPr/>
        </p:nvSpPr>
        <p:spPr>
          <a:xfrm>
            <a:off x="2813901" y="7682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מוציא את ה</a:t>
            </a:r>
            <a:r>
              <a:rPr lang="en-US" sz="1600" dirty="0" smtClean="0"/>
              <a:t>payload</a:t>
            </a:r>
            <a:r>
              <a:rPr lang="he-IL" sz="1600" dirty="0" smtClean="0"/>
              <a:t> מההודעה</a:t>
            </a:r>
            <a:endParaRPr lang="he-IL" sz="1600" dirty="0"/>
          </a:p>
        </p:txBody>
      </p:sp>
      <p:cxnSp>
        <p:nvCxnSpPr>
          <p:cNvPr id="7" name="מחבר חץ ישר 6"/>
          <p:cNvCxnSpPr>
            <a:stCxn id="4" idx="3"/>
            <a:endCxn id="5" idx="1"/>
          </p:cNvCxnSpPr>
          <p:nvPr/>
        </p:nvCxnSpPr>
        <p:spPr>
          <a:xfrm>
            <a:off x="2026763" y="1225485"/>
            <a:ext cx="7871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/>
          <p:cNvCxnSpPr>
            <a:stCxn id="5" idx="3"/>
            <a:endCxn id="23" idx="1"/>
          </p:cNvCxnSpPr>
          <p:nvPr/>
        </p:nvCxnSpPr>
        <p:spPr>
          <a:xfrm>
            <a:off x="4388177" y="1225485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מעוגל 11"/>
          <p:cNvSpPr/>
          <p:nvPr/>
        </p:nvSpPr>
        <p:spPr>
          <a:xfrm>
            <a:off x="89554" y="5874470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  <p:cxnSp>
        <p:nvCxnSpPr>
          <p:cNvPr id="13" name="מחבר חץ ישר 12"/>
          <p:cNvCxnSpPr/>
          <p:nvPr/>
        </p:nvCxnSpPr>
        <p:spPr>
          <a:xfrm>
            <a:off x="1927643" y="6425939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53937" y="6046976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חץ</a:t>
            </a:r>
            <a:endParaRPr lang="he-IL" sz="1400" dirty="0"/>
          </a:p>
        </p:txBody>
      </p:sp>
      <p:sp>
        <p:nvSpPr>
          <p:cNvPr id="20" name="מלבן מעוגל 19"/>
          <p:cNvSpPr/>
          <p:nvPr/>
        </p:nvSpPr>
        <p:spPr>
          <a:xfrm>
            <a:off x="4235776" y="5874268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סוף</a:t>
            </a:r>
          </a:p>
        </p:txBody>
      </p:sp>
      <p:sp>
        <p:nvSpPr>
          <p:cNvPr id="27" name="מלבן מעוגל 26"/>
          <p:cNvSpPr/>
          <p:nvPr/>
        </p:nvSpPr>
        <p:spPr>
          <a:xfrm>
            <a:off x="452487" y="2800582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מעביר את ההודעה הלאה ועובר וחוזר להתחלה</a:t>
            </a:r>
          </a:p>
        </p:txBody>
      </p:sp>
      <p:sp>
        <p:nvSpPr>
          <p:cNvPr id="21" name="מלבן מעוגל 20"/>
          <p:cNvSpPr/>
          <p:nvPr/>
        </p:nvSpPr>
        <p:spPr>
          <a:xfrm>
            <a:off x="3057406" y="2417955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מפיל את הודעה וחוזר להתחלה</a:t>
            </a:r>
          </a:p>
        </p:txBody>
      </p:sp>
      <p:sp>
        <p:nvSpPr>
          <p:cNvPr id="23" name="מלבן מעוגל 22"/>
          <p:cNvSpPr/>
          <p:nvPr/>
        </p:nvSpPr>
        <p:spPr>
          <a:xfrm>
            <a:off x="5200453" y="7682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 smtClean="0"/>
              <a:t>Decodes the Payload</a:t>
            </a:r>
            <a:endParaRPr lang="he-IL" sz="1600" dirty="0" smtClean="0"/>
          </a:p>
        </p:txBody>
      </p:sp>
      <p:cxnSp>
        <p:nvCxnSpPr>
          <p:cNvPr id="25" name="מחבר חץ ישר 24"/>
          <p:cNvCxnSpPr>
            <a:stCxn id="27" idx="0"/>
            <a:endCxn id="4" idx="2"/>
          </p:cNvCxnSpPr>
          <p:nvPr/>
        </p:nvCxnSpPr>
        <p:spPr>
          <a:xfrm flipV="1">
            <a:off x="1239625" y="1682685"/>
            <a:ext cx="0" cy="11178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01040" y="157409"/>
            <a:ext cx="373403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u="sng" dirty="0" smtClean="0"/>
              <a:t>בקר 2 מוודא את ה</a:t>
            </a:r>
            <a:r>
              <a:rPr lang="en-US" sz="2000" u="sng" dirty="0" smtClean="0"/>
              <a:t>Payload-</a:t>
            </a:r>
            <a:endParaRPr lang="he-IL" u="sng" dirty="0"/>
          </a:p>
        </p:txBody>
      </p:sp>
      <p:sp>
        <p:nvSpPr>
          <p:cNvPr id="30" name="מלבן מעוגל 29"/>
          <p:cNvSpPr/>
          <p:nvPr/>
        </p:nvSpPr>
        <p:spPr>
          <a:xfrm>
            <a:off x="7802363" y="1187292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מפריד את ה</a:t>
            </a:r>
            <a:r>
              <a:rPr lang="en-US" sz="1600" dirty="0" smtClean="0"/>
              <a:t>Payload-</a:t>
            </a:r>
            <a:r>
              <a:rPr lang="he-IL" sz="1600" dirty="0" smtClean="0"/>
              <a:t> ל</a:t>
            </a:r>
            <a:r>
              <a:rPr lang="en-US" sz="1600" dirty="0" smtClean="0"/>
              <a:t>Fields-</a:t>
            </a:r>
            <a:r>
              <a:rPr lang="he-IL" sz="1600" dirty="0" smtClean="0"/>
              <a:t> על פי הסוג הודעה</a:t>
            </a:r>
          </a:p>
        </p:txBody>
      </p:sp>
      <p:cxnSp>
        <p:nvCxnSpPr>
          <p:cNvPr id="31" name="מחבר חץ ישר 30"/>
          <p:cNvCxnSpPr>
            <a:stCxn id="23" idx="3"/>
            <a:endCxn id="30" idx="1"/>
          </p:cNvCxnSpPr>
          <p:nvPr/>
        </p:nvCxnSpPr>
        <p:spPr>
          <a:xfrm>
            <a:off x="6774729" y="1225485"/>
            <a:ext cx="1027634" cy="4190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מחבר חץ ישר 36"/>
          <p:cNvCxnSpPr>
            <a:stCxn id="57" idx="2"/>
            <a:endCxn id="44" idx="3"/>
          </p:cNvCxnSpPr>
          <p:nvPr/>
        </p:nvCxnSpPr>
        <p:spPr>
          <a:xfrm flipH="1">
            <a:off x="7335078" y="3897551"/>
            <a:ext cx="918538" cy="9921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חץ ישר 45"/>
          <p:cNvCxnSpPr>
            <a:stCxn id="55" idx="0"/>
            <a:endCxn id="21" idx="2"/>
          </p:cNvCxnSpPr>
          <p:nvPr/>
        </p:nvCxnSpPr>
        <p:spPr>
          <a:xfrm flipV="1">
            <a:off x="3748179" y="3332355"/>
            <a:ext cx="96365" cy="8076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708908" y="2931506"/>
            <a:ext cx="73057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לא</a:t>
            </a:r>
            <a:endParaRPr lang="he-IL" sz="1400" dirty="0"/>
          </a:p>
        </p:txBody>
      </p:sp>
      <p:sp>
        <p:nvSpPr>
          <p:cNvPr id="89" name="TextBox 88"/>
          <p:cNvSpPr txBox="1"/>
          <p:nvPr/>
        </p:nvSpPr>
        <p:spPr>
          <a:xfrm>
            <a:off x="7670807" y="4002539"/>
            <a:ext cx="73057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כן</a:t>
            </a:r>
          </a:p>
        </p:txBody>
      </p:sp>
      <p:sp>
        <p:nvSpPr>
          <p:cNvPr id="32" name="יהלום 31"/>
          <p:cNvSpPr/>
          <p:nvPr/>
        </p:nvSpPr>
        <p:spPr>
          <a:xfrm>
            <a:off x="2764842" y="5501068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תנאי?</a:t>
            </a:r>
            <a:endParaRPr lang="he-IL" dirty="0"/>
          </a:p>
        </p:txBody>
      </p:sp>
      <p:sp>
        <p:nvSpPr>
          <p:cNvPr id="44" name="מלבן מעוגל 43"/>
          <p:cNvSpPr/>
          <p:nvPr/>
        </p:nvSpPr>
        <p:spPr>
          <a:xfrm>
            <a:off x="5760802" y="4432517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על פי הסוג הודעה מוודא </a:t>
            </a:r>
            <a:r>
              <a:rPr lang="he-IL" sz="1600" dirty="0" smtClean="0"/>
              <a:t>שהערך של כל </a:t>
            </a:r>
            <a:r>
              <a:rPr lang="en-US" sz="1600" dirty="0" smtClean="0"/>
              <a:t>field</a:t>
            </a:r>
            <a:r>
              <a:rPr lang="he-IL" sz="1600" dirty="0" smtClean="0"/>
              <a:t> תקין</a:t>
            </a:r>
            <a:endParaRPr lang="he-IL" sz="1600" dirty="0"/>
          </a:p>
        </p:txBody>
      </p:sp>
      <p:sp>
        <p:nvSpPr>
          <p:cNvPr id="55" name="יהלום 54"/>
          <p:cNvSpPr/>
          <p:nvPr/>
        </p:nvSpPr>
        <p:spPr>
          <a:xfrm>
            <a:off x="2829641" y="4140023"/>
            <a:ext cx="1837075" cy="1222701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האם כל הערכים תקינים?</a:t>
            </a:r>
            <a:endParaRPr lang="he-IL" dirty="0"/>
          </a:p>
        </p:txBody>
      </p:sp>
      <p:sp>
        <p:nvSpPr>
          <p:cNvPr id="57" name="יהלום 56"/>
          <p:cNvSpPr/>
          <p:nvPr/>
        </p:nvSpPr>
        <p:spPr>
          <a:xfrm>
            <a:off x="7335078" y="2674850"/>
            <a:ext cx="1837075" cy="1222701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האם כל ה</a:t>
            </a:r>
            <a:r>
              <a:rPr lang="en-US" dirty="0" smtClean="0"/>
              <a:t>fields</a:t>
            </a:r>
            <a:r>
              <a:rPr lang="he-IL" dirty="0" smtClean="0"/>
              <a:t> קיימים?</a:t>
            </a:r>
            <a:endParaRPr lang="he-IL" dirty="0"/>
          </a:p>
        </p:txBody>
      </p:sp>
      <p:cxnSp>
        <p:nvCxnSpPr>
          <p:cNvPr id="60" name="מחבר חץ ישר 59"/>
          <p:cNvCxnSpPr>
            <a:stCxn id="30" idx="2"/>
            <a:endCxn id="57" idx="0"/>
          </p:cNvCxnSpPr>
          <p:nvPr/>
        </p:nvCxnSpPr>
        <p:spPr>
          <a:xfrm flipH="1">
            <a:off x="8253616" y="2101692"/>
            <a:ext cx="335885" cy="5731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מחבר חץ ישר 62"/>
          <p:cNvCxnSpPr>
            <a:stCxn id="44" idx="1"/>
            <a:endCxn id="55" idx="3"/>
          </p:cNvCxnSpPr>
          <p:nvPr/>
        </p:nvCxnSpPr>
        <p:spPr>
          <a:xfrm flipH="1" flipV="1">
            <a:off x="4666716" y="4751374"/>
            <a:ext cx="1094086" cy="1383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מחבר חץ ישר 67"/>
          <p:cNvCxnSpPr>
            <a:stCxn id="57" idx="1"/>
            <a:endCxn id="21" idx="3"/>
          </p:cNvCxnSpPr>
          <p:nvPr/>
        </p:nvCxnSpPr>
        <p:spPr>
          <a:xfrm flipH="1" flipV="1">
            <a:off x="4631682" y="2875155"/>
            <a:ext cx="2703396" cy="4110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280818" y="4391602"/>
            <a:ext cx="73057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כן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78464" y="3858706"/>
            <a:ext cx="73057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לא</a:t>
            </a:r>
            <a:endParaRPr lang="he-IL" sz="1400" dirty="0"/>
          </a:p>
        </p:txBody>
      </p:sp>
      <p:cxnSp>
        <p:nvCxnSpPr>
          <p:cNvPr id="126" name="מחבר חץ ישר 125"/>
          <p:cNvCxnSpPr>
            <a:stCxn id="55" idx="1"/>
            <a:endCxn id="27" idx="2"/>
          </p:cNvCxnSpPr>
          <p:nvPr/>
        </p:nvCxnSpPr>
        <p:spPr>
          <a:xfrm flipH="1" flipV="1">
            <a:off x="1239625" y="3714982"/>
            <a:ext cx="1590016" cy="1036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מחבר חץ ישר 128"/>
          <p:cNvCxnSpPr>
            <a:stCxn id="21" idx="1"/>
            <a:endCxn id="4" idx="2"/>
          </p:cNvCxnSpPr>
          <p:nvPr/>
        </p:nvCxnSpPr>
        <p:spPr>
          <a:xfrm flipH="1" flipV="1">
            <a:off x="1239625" y="1682685"/>
            <a:ext cx="1817781" cy="11924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33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מעוגל 3"/>
          <p:cNvSpPr/>
          <p:nvPr/>
        </p:nvSpPr>
        <p:spPr>
          <a:xfrm>
            <a:off x="452487" y="7682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בקר 2 מקבל הודעה</a:t>
            </a:r>
            <a:endParaRPr lang="he-IL" sz="1600" dirty="0"/>
          </a:p>
        </p:txBody>
      </p:sp>
      <p:sp>
        <p:nvSpPr>
          <p:cNvPr id="5" name="מלבן מעוגל 4"/>
          <p:cNvSpPr/>
          <p:nvPr/>
        </p:nvSpPr>
        <p:spPr>
          <a:xfrm>
            <a:off x="2813901" y="7682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מוציא את ה</a:t>
            </a:r>
            <a:r>
              <a:rPr lang="en-US" sz="1600" dirty="0" smtClean="0"/>
              <a:t>payload</a:t>
            </a:r>
            <a:r>
              <a:rPr lang="he-IL" sz="1600" dirty="0" smtClean="0"/>
              <a:t> מההודעה</a:t>
            </a:r>
            <a:endParaRPr lang="he-IL" sz="1600" dirty="0"/>
          </a:p>
        </p:txBody>
      </p:sp>
      <p:cxnSp>
        <p:nvCxnSpPr>
          <p:cNvPr id="7" name="מחבר חץ ישר 6"/>
          <p:cNvCxnSpPr>
            <a:stCxn id="4" idx="3"/>
            <a:endCxn id="5" idx="1"/>
          </p:cNvCxnSpPr>
          <p:nvPr/>
        </p:nvCxnSpPr>
        <p:spPr>
          <a:xfrm>
            <a:off x="2026763" y="1225485"/>
            <a:ext cx="7871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/>
          <p:cNvCxnSpPr>
            <a:stCxn id="5" idx="3"/>
            <a:endCxn id="23" idx="1"/>
          </p:cNvCxnSpPr>
          <p:nvPr/>
        </p:nvCxnSpPr>
        <p:spPr>
          <a:xfrm>
            <a:off x="4388177" y="1225485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מעוגל 11"/>
          <p:cNvSpPr/>
          <p:nvPr/>
        </p:nvSpPr>
        <p:spPr>
          <a:xfrm>
            <a:off x="89554" y="5874470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  <p:cxnSp>
        <p:nvCxnSpPr>
          <p:cNvPr id="13" name="מחבר חץ ישר 12"/>
          <p:cNvCxnSpPr/>
          <p:nvPr/>
        </p:nvCxnSpPr>
        <p:spPr>
          <a:xfrm>
            <a:off x="1927643" y="6425939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53937" y="6046976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חץ</a:t>
            </a:r>
            <a:endParaRPr lang="he-IL" sz="1400" dirty="0"/>
          </a:p>
        </p:txBody>
      </p:sp>
      <p:sp>
        <p:nvSpPr>
          <p:cNvPr id="20" name="מלבן מעוגל 19"/>
          <p:cNvSpPr/>
          <p:nvPr/>
        </p:nvSpPr>
        <p:spPr>
          <a:xfrm>
            <a:off x="4235776" y="5874268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סוף</a:t>
            </a:r>
          </a:p>
        </p:txBody>
      </p:sp>
      <p:sp>
        <p:nvSpPr>
          <p:cNvPr id="27" name="מלבן מעוגל 26"/>
          <p:cNvSpPr/>
          <p:nvPr/>
        </p:nvSpPr>
        <p:spPr>
          <a:xfrm>
            <a:off x="452487" y="2800582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מעביר את ההודעה הלאה ועובר וחוזר להתחלה</a:t>
            </a:r>
          </a:p>
        </p:txBody>
      </p:sp>
      <p:sp>
        <p:nvSpPr>
          <p:cNvPr id="21" name="מלבן מעוגל 20"/>
          <p:cNvSpPr/>
          <p:nvPr/>
        </p:nvSpPr>
        <p:spPr>
          <a:xfrm>
            <a:off x="3057406" y="2417955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מפיל את הודעה וחוזר להתחלה</a:t>
            </a:r>
          </a:p>
        </p:txBody>
      </p:sp>
      <p:sp>
        <p:nvSpPr>
          <p:cNvPr id="23" name="מלבן מעוגל 22"/>
          <p:cNvSpPr/>
          <p:nvPr/>
        </p:nvSpPr>
        <p:spPr>
          <a:xfrm>
            <a:off x="5200453" y="768285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 smtClean="0"/>
              <a:t>Decodes the Payload</a:t>
            </a:r>
            <a:endParaRPr lang="he-IL" sz="1600" dirty="0" smtClean="0"/>
          </a:p>
        </p:txBody>
      </p:sp>
      <p:cxnSp>
        <p:nvCxnSpPr>
          <p:cNvPr id="25" name="מחבר חץ ישר 24"/>
          <p:cNvCxnSpPr>
            <a:stCxn id="27" idx="0"/>
            <a:endCxn id="4" idx="2"/>
          </p:cNvCxnSpPr>
          <p:nvPr/>
        </p:nvCxnSpPr>
        <p:spPr>
          <a:xfrm flipV="1">
            <a:off x="1239625" y="1682685"/>
            <a:ext cx="0" cy="11178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01040" y="157409"/>
            <a:ext cx="373403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u="sng" dirty="0" smtClean="0"/>
              <a:t>בקר 2 מוודא את ה</a:t>
            </a:r>
            <a:r>
              <a:rPr lang="en-US" sz="2000" u="sng" dirty="0" smtClean="0"/>
              <a:t>Payload-</a:t>
            </a:r>
            <a:endParaRPr lang="he-IL" u="sng" dirty="0"/>
          </a:p>
        </p:txBody>
      </p:sp>
      <p:sp>
        <p:nvSpPr>
          <p:cNvPr id="30" name="מלבן מעוגל 29"/>
          <p:cNvSpPr/>
          <p:nvPr/>
        </p:nvSpPr>
        <p:spPr>
          <a:xfrm>
            <a:off x="7802363" y="1187292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מפריד את ה</a:t>
            </a:r>
            <a:r>
              <a:rPr lang="en-US" sz="1600" dirty="0" smtClean="0"/>
              <a:t>Payload-</a:t>
            </a:r>
            <a:r>
              <a:rPr lang="he-IL" sz="1600" dirty="0" smtClean="0"/>
              <a:t> ל</a:t>
            </a:r>
            <a:r>
              <a:rPr lang="en-US" sz="1600" dirty="0" smtClean="0"/>
              <a:t>Fields-</a:t>
            </a:r>
            <a:r>
              <a:rPr lang="he-IL" sz="1600" dirty="0" smtClean="0"/>
              <a:t> על פי הסוג הודעה</a:t>
            </a:r>
          </a:p>
        </p:txBody>
      </p:sp>
      <p:cxnSp>
        <p:nvCxnSpPr>
          <p:cNvPr id="31" name="מחבר חץ ישר 30"/>
          <p:cNvCxnSpPr>
            <a:stCxn id="23" idx="3"/>
            <a:endCxn id="30" idx="1"/>
          </p:cNvCxnSpPr>
          <p:nvPr/>
        </p:nvCxnSpPr>
        <p:spPr>
          <a:xfrm>
            <a:off x="6774729" y="1225485"/>
            <a:ext cx="1027634" cy="4190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מחבר חץ ישר 36"/>
          <p:cNvCxnSpPr>
            <a:stCxn id="57" idx="2"/>
            <a:endCxn id="44" idx="3"/>
          </p:cNvCxnSpPr>
          <p:nvPr/>
        </p:nvCxnSpPr>
        <p:spPr>
          <a:xfrm flipH="1">
            <a:off x="7335078" y="3897551"/>
            <a:ext cx="918538" cy="9921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חץ ישר 45"/>
          <p:cNvCxnSpPr>
            <a:stCxn id="55" idx="0"/>
            <a:endCxn id="21" idx="2"/>
          </p:cNvCxnSpPr>
          <p:nvPr/>
        </p:nvCxnSpPr>
        <p:spPr>
          <a:xfrm flipV="1">
            <a:off x="3748179" y="3332355"/>
            <a:ext cx="96365" cy="8076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708908" y="2931506"/>
            <a:ext cx="73057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לא</a:t>
            </a:r>
            <a:endParaRPr lang="he-IL" sz="1400" dirty="0"/>
          </a:p>
        </p:txBody>
      </p:sp>
      <p:sp>
        <p:nvSpPr>
          <p:cNvPr id="89" name="TextBox 88"/>
          <p:cNvSpPr txBox="1"/>
          <p:nvPr/>
        </p:nvSpPr>
        <p:spPr>
          <a:xfrm>
            <a:off x="7670807" y="4002539"/>
            <a:ext cx="73057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כן</a:t>
            </a:r>
          </a:p>
        </p:txBody>
      </p:sp>
      <p:sp>
        <p:nvSpPr>
          <p:cNvPr id="32" name="יהלום 31"/>
          <p:cNvSpPr/>
          <p:nvPr/>
        </p:nvSpPr>
        <p:spPr>
          <a:xfrm>
            <a:off x="2764842" y="5501068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תנאי?</a:t>
            </a:r>
            <a:endParaRPr lang="he-IL" dirty="0"/>
          </a:p>
        </p:txBody>
      </p:sp>
      <p:sp>
        <p:nvSpPr>
          <p:cNvPr id="44" name="מלבן מעוגל 43"/>
          <p:cNvSpPr/>
          <p:nvPr/>
        </p:nvSpPr>
        <p:spPr>
          <a:xfrm>
            <a:off x="5760802" y="4432517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על פי הסוג הודעה מוודא </a:t>
            </a:r>
            <a:r>
              <a:rPr lang="he-IL" sz="1600" dirty="0" smtClean="0"/>
              <a:t>שהערך של כל </a:t>
            </a:r>
            <a:r>
              <a:rPr lang="en-US" sz="1600" dirty="0" smtClean="0"/>
              <a:t>field</a:t>
            </a:r>
            <a:r>
              <a:rPr lang="he-IL" sz="1600" dirty="0" smtClean="0"/>
              <a:t> תקין</a:t>
            </a:r>
            <a:endParaRPr lang="he-IL" sz="1600" dirty="0"/>
          </a:p>
        </p:txBody>
      </p:sp>
      <p:sp>
        <p:nvSpPr>
          <p:cNvPr id="55" name="יהלום 54"/>
          <p:cNvSpPr/>
          <p:nvPr/>
        </p:nvSpPr>
        <p:spPr>
          <a:xfrm>
            <a:off x="2829641" y="4140023"/>
            <a:ext cx="1837075" cy="1222701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האם כל הערכים תקינים?</a:t>
            </a:r>
            <a:endParaRPr lang="he-IL" dirty="0"/>
          </a:p>
        </p:txBody>
      </p:sp>
      <p:sp>
        <p:nvSpPr>
          <p:cNvPr id="57" name="יהלום 56"/>
          <p:cNvSpPr/>
          <p:nvPr/>
        </p:nvSpPr>
        <p:spPr>
          <a:xfrm>
            <a:off x="7335078" y="2674850"/>
            <a:ext cx="1837075" cy="1222701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האם כל ה</a:t>
            </a:r>
            <a:r>
              <a:rPr lang="en-US" dirty="0" smtClean="0"/>
              <a:t>fields</a:t>
            </a:r>
            <a:r>
              <a:rPr lang="he-IL" dirty="0" smtClean="0"/>
              <a:t> קיימים?</a:t>
            </a:r>
            <a:endParaRPr lang="he-IL" dirty="0"/>
          </a:p>
        </p:txBody>
      </p:sp>
      <p:cxnSp>
        <p:nvCxnSpPr>
          <p:cNvPr id="60" name="מחבר חץ ישר 59"/>
          <p:cNvCxnSpPr>
            <a:stCxn id="30" idx="2"/>
            <a:endCxn id="57" idx="0"/>
          </p:cNvCxnSpPr>
          <p:nvPr/>
        </p:nvCxnSpPr>
        <p:spPr>
          <a:xfrm flipH="1">
            <a:off x="8253616" y="2101692"/>
            <a:ext cx="335885" cy="5731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מחבר חץ ישר 62"/>
          <p:cNvCxnSpPr>
            <a:stCxn id="44" idx="1"/>
            <a:endCxn id="55" idx="3"/>
          </p:cNvCxnSpPr>
          <p:nvPr/>
        </p:nvCxnSpPr>
        <p:spPr>
          <a:xfrm flipH="1" flipV="1">
            <a:off x="4666716" y="4751374"/>
            <a:ext cx="1094086" cy="1383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מחבר חץ ישר 67"/>
          <p:cNvCxnSpPr>
            <a:stCxn id="57" idx="1"/>
            <a:endCxn id="21" idx="3"/>
          </p:cNvCxnSpPr>
          <p:nvPr/>
        </p:nvCxnSpPr>
        <p:spPr>
          <a:xfrm flipH="1" flipV="1">
            <a:off x="4631682" y="2875155"/>
            <a:ext cx="2703396" cy="4110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280818" y="4391602"/>
            <a:ext cx="73057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כן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78464" y="3858706"/>
            <a:ext cx="73057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לא</a:t>
            </a:r>
            <a:endParaRPr lang="he-IL" sz="1400" dirty="0"/>
          </a:p>
        </p:txBody>
      </p:sp>
      <p:cxnSp>
        <p:nvCxnSpPr>
          <p:cNvPr id="126" name="מחבר חץ ישר 125"/>
          <p:cNvCxnSpPr>
            <a:stCxn id="55" idx="1"/>
            <a:endCxn id="27" idx="2"/>
          </p:cNvCxnSpPr>
          <p:nvPr/>
        </p:nvCxnSpPr>
        <p:spPr>
          <a:xfrm flipH="1" flipV="1">
            <a:off x="1239625" y="3714982"/>
            <a:ext cx="1590016" cy="1036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מחבר חץ ישר 128"/>
          <p:cNvCxnSpPr>
            <a:stCxn id="21" idx="1"/>
            <a:endCxn id="4" idx="2"/>
          </p:cNvCxnSpPr>
          <p:nvPr/>
        </p:nvCxnSpPr>
        <p:spPr>
          <a:xfrm flipH="1" flipV="1">
            <a:off x="1239625" y="1682685"/>
            <a:ext cx="1817781" cy="11924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80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מעוגל 11"/>
          <p:cNvSpPr/>
          <p:nvPr/>
        </p:nvSpPr>
        <p:spPr>
          <a:xfrm>
            <a:off x="6085001" y="5044911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  <p:cxnSp>
        <p:nvCxnSpPr>
          <p:cNvPr id="13" name="מחבר חץ ישר 12"/>
          <p:cNvCxnSpPr/>
          <p:nvPr/>
        </p:nvCxnSpPr>
        <p:spPr>
          <a:xfrm>
            <a:off x="7923090" y="5596380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49384" y="5217417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חץ</a:t>
            </a:r>
            <a:endParaRPr lang="he-IL" sz="1400" dirty="0"/>
          </a:p>
        </p:txBody>
      </p:sp>
      <p:sp>
        <p:nvSpPr>
          <p:cNvPr id="20" name="מלבן מעוגל 19"/>
          <p:cNvSpPr/>
          <p:nvPr/>
        </p:nvSpPr>
        <p:spPr>
          <a:xfrm>
            <a:off x="10231223" y="5044709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סוף</a:t>
            </a:r>
          </a:p>
        </p:txBody>
      </p:sp>
      <p:sp>
        <p:nvSpPr>
          <p:cNvPr id="32" name="יהלום 31"/>
          <p:cNvSpPr/>
          <p:nvPr/>
        </p:nvSpPr>
        <p:spPr>
          <a:xfrm>
            <a:off x="8760289" y="4671509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תנאי?</a:t>
            </a:r>
            <a:endParaRPr lang="he-IL" dirty="0"/>
          </a:p>
        </p:txBody>
      </p:sp>
      <p:sp>
        <p:nvSpPr>
          <p:cNvPr id="33" name="מלבן מעוגל 32"/>
          <p:cNvSpPr/>
          <p:nvPr/>
        </p:nvSpPr>
        <p:spPr>
          <a:xfrm>
            <a:off x="542587" y="1025987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 smtClean="0"/>
              <a:t>Decoded Payload</a:t>
            </a:r>
            <a:endParaRPr lang="he-IL" sz="1600" dirty="0" smtClean="0"/>
          </a:p>
        </p:txBody>
      </p:sp>
      <p:sp>
        <p:nvSpPr>
          <p:cNvPr id="34" name="מלבן מעוגל 33"/>
          <p:cNvSpPr/>
          <p:nvPr/>
        </p:nvSpPr>
        <p:spPr>
          <a:xfrm>
            <a:off x="2812774" y="1025987"/>
            <a:ext cx="1689652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מנסה לגשת רשימה שמתארת את מבנה ההודעה על פי סוג ההודעה</a:t>
            </a:r>
          </a:p>
        </p:txBody>
      </p:sp>
      <p:sp>
        <p:nvSpPr>
          <p:cNvPr id="38" name="יהלום 37"/>
          <p:cNvSpPr/>
          <p:nvPr/>
        </p:nvSpPr>
        <p:spPr>
          <a:xfrm>
            <a:off x="5198336" y="945345"/>
            <a:ext cx="1908313" cy="1075684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מצא את הרשימה?</a:t>
            </a:r>
            <a:endParaRPr lang="he-IL" dirty="0"/>
          </a:p>
        </p:txBody>
      </p:sp>
      <p:sp>
        <p:nvSpPr>
          <p:cNvPr id="39" name="מלבן מעוגל 38"/>
          <p:cNvSpPr/>
          <p:nvPr/>
        </p:nvSpPr>
        <p:spPr>
          <a:xfrm>
            <a:off x="5365354" y="2693351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מפיל את ההודעה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8436" y="159827"/>
            <a:ext cx="442465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dirty="0" smtClean="0"/>
              <a:t>*מחלק את ה</a:t>
            </a:r>
            <a:r>
              <a:rPr lang="en-US" sz="2000" dirty="0" smtClean="0"/>
              <a:t>Payload</a:t>
            </a:r>
            <a:r>
              <a:rPr lang="he-IL" sz="2000" dirty="0" smtClean="0"/>
              <a:t> ל</a:t>
            </a:r>
            <a:r>
              <a:rPr lang="en-US" sz="2000" dirty="0" smtClean="0"/>
              <a:t>Fields</a:t>
            </a:r>
            <a:r>
              <a:rPr lang="he-IL" sz="2000" dirty="0" smtClean="0"/>
              <a:t> של ההודעה</a:t>
            </a:r>
            <a:endParaRPr lang="he-IL" sz="1400" dirty="0"/>
          </a:p>
        </p:txBody>
      </p:sp>
      <p:cxnSp>
        <p:nvCxnSpPr>
          <p:cNvPr id="41" name="מחבר חץ ישר 40"/>
          <p:cNvCxnSpPr>
            <a:stCxn id="33" idx="3"/>
            <a:endCxn id="34" idx="1"/>
          </p:cNvCxnSpPr>
          <p:nvPr/>
        </p:nvCxnSpPr>
        <p:spPr>
          <a:xfrm>
            <a:off x="2116863" y="1483187"/>
            <a:ext cx="69591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מחבר חץ ישר 42"/>
          <p:cNvCxnSpPr>
            <a:stCxn id="34" idx="3"/>
            <a:endCxn id="38" idx="1"/>
          </p:cNvCxnSpPr>
          <p:nvPr/>
        </p:nvCxnSpPr>
        <p:spPr>
          <a:xfrm>
            <a:off x="4502426" y="1483187"/>
            <a:ext cx="69591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מחבר חץ ישר 46"/>
          <p:cNvCxnSpPr>
            <a:stCxn id="38" idx="2"/>
            <a:endCxn id="39" idx="0"/>
          </p:cNvCxnSpPr>
          <p:nvPr/>
        </p:nvCxnSpPr>
        <p:spPr>
          <a:xfrm flipH="1">
            <a:off x="6152492" y="2021029"/>
            <a:ext cx="1" cy="6723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65725" y="1985408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  <a:endParaRPr lang="he-IL" sz="1400" dirty="0"/>
          </a:p>
        </p:txBody>
      </p:sp>
      <p:sp>
        <p:nvSpPr>
          <p:cNvPr id="50" name="TextBox 49"/>
          <p:cNvSpPr txBox="1"/>
          <p:nvPr/>
        </p:nvSpPr>
        <p:spPr>
          <a:xfrm>
            <a:off x="6596302" y="1466940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  <a:endParaRPr lang="he-IL" sz="1400" dirty="0"/>
          </a:p>
        </p:txBody>
      </p:sp>
      <p:cxnSp>
        <p:nvCxnSpPr>
          <p:cNvPr id="52" name="מחבר חץ ישר 51"/>
          <p:cNvCxnSpPr>
            <a:stCxn id="38" idx="3"/>
            <a:endCxn id="56" idx="1"/>
          </p:cNvCxnSpPr>
          <p:nvPr/>
        </p:nvCxnSpPr>
        <p:spPr>
          <a:xfrm flipV="1">
            <a:off x="7106649" y="1478692"/>
            <a:ext cx="695910" cy="44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מלבן מעוגל 55"/>
          <p:cNvSpPr/>
          <p:nvPr/>
        </p:nvSpPr>
        <p:spPr>
          <a:xfrm>
            <a:off x="7802559" y="845072"/>
            <a:ext cx="2029598" cy="126724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מחלק את ה</a:t>
            </a:r>
            <a:r>
              <a:rPr lang="en-US" sz="1600" dirty="0" smtClean="0"/>
              <a:t>Payload</a:t>
            </a:r>
            <a:r>
              <a:rPr lang="he-IL" sz="1600" dirty="0" smtClean="0"/>
              <a:t> לרשימה של ה</a:t>
            </a:r>
            <a:r>
              <a:rPr lang="en-US" sz="1600" dirty="0" smtClean="0"/>
              <a:t>fields</a:t>
            </a:r>
            <a:r>
              <a:rPr lang="he-IL" sz="1600" dirty="0" smtClean="0"/>
              <a:t> של ההודעה שמכילים את השם של ה</a:t>
            </a:r>
            <a:r>
              <a:rPr lang="en-US" sz="1600" dirty="0" smtClean="0"/>
              <a:t>field</a:t>
            </a:r>
            <a:r>
              <a:rPr lang="he-IL" sz="1600" dirty="0" smtClean="0"/>
              <a:t>, סוג הערך והערך עצמו</a:t>
            </a:r>
          </a:p>
        </p:txBody>
      </p:sp>
      <p:sp>
        <p:nvSpPr>
          <p:cNvPr id="58" name="מלבן מעוגל 57"/>
          <p:cNvSpPr/>
          <p:nvPr/>
        </p:nvSpPr>
        <p:spPr>
          <a:xfrm>
            <a:off x="10528067" y="1025987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התוכנה ממשיכה</a:t>
            </a:r>
          </a:p>
        </p:txBody>
      </p:sp>
      <p:cxnSp>
        <p:nvCxnSpPr>
          <p:cNvPr id="59" name="מחבר חץ ישר 58"/>
          <p:cNvCxnSpPr>
            <a:stCxn id="56" idx="3"/>
            <a:endCxn id="58" idx="1"/>
          </p:cNvCxnSpPr>
          <p:nvPr/>
        </p:nvCxnSpPr>
        <p:spPr>
          <a:xfrm>
            <a:off x="9832157" y="1478692"/>
            <a:ext cx="695910" cy="44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932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מעוגל 11"/>
          <p:cNvSpPr/>
          <p:nvPr/>
        </p:nvSpPr>
        <p:spPr>
          <a:xfrm>
            <a:off x="6085001" y="5044911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  <p:cxnSp>
        <p:nvCxnSpPr>
          <p:cNvPr id="13" name="מחבר חץ ישר 12"/>
          <p:cNvCxnSpPr/>
          <p:nvPr/>
        </p:nvCxnSpPr>
        <p:spPr>
          <a:xfrm>
            <a:off x="7923090" y="5596380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49384" y="5217417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חץ</a:t>
            </a:r>
            <a:endParaRPr lang="he-IL" sz="1400" dirty="0"/>
          </a:p>
        </p:txBody>
      </p:sp>
      <p:sp>
        <p:nvSpPr>
          <p:cNvPr id="20" name="מלבן מעוגל 19"/>
          <p:cNvSpPr/>
          <p:nvPr/>
        </p:nvSpPr>
        <p:spPr>
          <a:xfrm>
            <a:off x="10231223" y="5044709"/>
            <a:ext cx="1574276" cy="914400"/>
          </a:xfrm>
          <a:prstGeom prst="round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סוף</a:t>
            </a:r>
          </a:p>
        </p:txBody>
      </p:sp>
      <p:sp>
        <p:nvSpPr>
          <p:cNvPr id="32" name="יהלום 31"/>
          <p:cNvSpPr/>
          <p:nvPr/>
        </p:nvSpPr>
        <p:spPr>
          <a:xfrm>
            <a:off x="8760289" y="4671509"/>
            <a:ext cx="1440000" cy="144000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תנאי?</a:t>
            </a:r>
            <a:endParaRPr lang="he-IL" dirty="0"/>
          </a:p>
        </p:txBody>
      </p:sp>
      <p:sp>
        <p:nvSpPr>
          <p:cNvPr id="14" name="מלבן מעוגל 13"/>
          <p:cNvSpPr/>
          <p:nvPr/>
        </p:nvSpPr>
        <p:spPr>
          <a:xfrm>
            <a:off x="534185" y="1049517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מילים</a:t>
            </a:r>
          </a:p>
        </p:txBody>
      </p:sp>
    </p:spTree>
    <p:extLst>
      <p:ext uri="{BB962C8B-B14F-4D97-AF65-F5344CB8AC3E}">
        <p14:creationId xmlns:p14="http://schemas.microsoft.com/office/powerpoint/2010/main" val="385155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044099" y="269916"/>
            <a:ext cx="361517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u="sng" dirty="0" smtClean="0"/>
              <a:t>מבנה </a:t>
            </a:r>
            <a:r>
              <a:rPr lang="en-US" sz="2000" u="sng" dirty="0" err="1" smtClean="0"/>
              <a:t>Json</a:t>
            </a:r>
            <a:r>
              <a:rPr lang="he-IL" sz="2000" u="sng" dirty="0" smtClean="0"/>
              <a:t> של </a:t>
            </a:r>
            <a:r>
              <a:rPr lang="en-US" sz="2000" u="sng" smtClean="0"/>
              <a:t>MSG Structures</a:t>
            </a:r>
            <a:endParaRPr lang="he-IL" u="sng" dirty="0"/>
          </a:p>
        </p:txBody>
      </p:sp>
      <p:sp>
        <p:nvSpPr>
          <p:cNvPr id="8" name="מלבן מעוגל 7"/>
          <p:cNvSpPr/>
          <p:nvPr/>
        </p:nvSpPr>
        <p:spPr>
          <a:xfrm>
            <a:off x="0" y="711748"/>
            <a:ext cx="9288546" cy="3805287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l" rtl="0"/>
            <a:r>
              <a:rPr lang="en-US" sz="1600" dirty="0" smtClean="0"/>
              <a:t>{</a:t>
            </a:r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/>
          </a:p>
          <a:p>
            <a:pPr algn="l" rtl="0"/>
            <a:r>
              <a:rPr lang="en-US" sz="1600" dirty="0" smtClean="0"/>
              <a:t>}</a:t>
            </a:r>
            <a:endParaRPr lang="he-IL" sz="1600" dirty="0" smtClean="0"/>
          </a:p>
        </p:txBody>
      </p:sp>
      <p:sp>
        <p:nvSpPr>
          <p:cNvPr id="11" name="מלבן מעוגל 10"/>
          <p:cNvSpPr/>
          <p:nvPr/>
        </p:nvSpPr>
        <p:spPr>
          <a:xfrm>
            <a:off x="568820" y="884541"/>
            <a:ext cx="8150906" cy="1169376"/>
          </a:xfrm>
          <a:prstGeom prst="roundRect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l" rtl="0"/>
            <a:r>
              <a:rPr lang="en-US" sz="1400" dirty="0" smtClean="0"/>
              <a:t>“Message Type”: {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“type”: “</a:t>
            </a:r>
            <a:r>
              <a:rPr lang="en-US" sz="1400" dirty="0" err="1" smtClean="0"/>
              <a:t>u_int</a:t>
            </a:r>
            <a:r>
              <a:rPr lang="en-US" sz="1400" dirty="0" smtClean="0"/>
              <a:t>”,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“Length”: 6,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“Structure </a:t>
            </a:r>
            <a:r>
              <a:rPr lang="en-US" sz="1400" dirty="0"/>
              <a:t>O</a:t>
            </a:r>
            <a:r>
              <a:rPr lang="en-US" sz="1400" dirty="0" smtClean="0"/>
              <a:t>f”: </a:t>
            </a:r>
            <a:r>
              <a:rPr lang="en-US" sz="1400" dirty="0" smtClean="0"/>
              <a:t>“</a:t>
            </a:r>
            <a:r>
              <a:rPr lang="en-US" sz="1400" dirty="0" smtClean="0"/>
              <a:t>24</a:t>
            </a:r>
            <a:r>
              <a:rPr lang="en-US" sz="1400" dirty="0" smtClean="0"/>
              <a:t>”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“Message Type Has Parts”: [ “24A”, “24B” ]</a:t>
            </a:r>
            <a:r>
              <a:rPr lang="en-US" sz="1400" dirty="0" smtClean="0"/>
              <a:t> </a:t>
            </a:r>
            <a:r>
              <a:rPr lang="en-US" sz="1400" dirty="0" smtClean="0"/>
              <a:t>},</a:t>
            </a:r>
            <a:endParaRPr lang="en-US" sz="1400" dirty="0"/>
          </a:p>
        </p:txBody>
      </p:sp>
      <p:sp>
        <p:nvSpPr>
          <p:cNvPr id="18" name="מלבן מעוגל 17"/>
          <p:cNvSpPr/>
          <p:nvPr/>
        </p:nvSpPr>
        <p:spPr>
          <a:xfrm>
            <a:off x="568820" y="2053917"/>
            <a:ext cx="8150906" cy="696873"/>
          </a:xfrm>
          <a:prstGeom prst="roundRect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l" rtl="0"/>
            <a:r>
              <a:rPr lang="en-US" sz="1400" dirty="0"/>
              <a:t>“Repeat Indicator”: </a:t>
            </a:r>
            <a:r>
              <a:rPr lang="en-US" sz="1400" dirty="0" smtClean="0"/>
              <a:t>{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“type”: “</a:t>
            </a:r>
            <a:r>
              <a:rPr lang="en-US" sz="1400" dirty="0" err="1" smtClean="0"/>
              <a:t>u_int</a:t>
            </a:r>
            <a:r>
              <a:rPr lang="en-US" sz="1400" dirty="0" smtClean="0"/>
              <a:t>”,</a:t>
            </a:r>
            <a:endParaRPr lang="en-US" sz="1400" dirty="0"/>
          </a:p>
          <a:p>
            <a:pPr algn="l" rtl="0"/>
            <a:r>
              <a:rPr lang="en-US" sz="1400" dirty="0" smtClean="0"/>
              <a:t>	“Length”: 2},</a:t>
            </a:r>
            <a:endParaRPr lang="en-US" sz="1400" dirty="0"/>
          </a:p>
        </p:txBody>
      </p:sp>
      <p:sp>
        <p:nvSpPr>
          <p:cNvPr id="19" name="מלבן מעוגל 18"/>
          <p:cNvSpPr/>
          <p:nvPr/>
        </p:nvSpPr>
        <p:spPr>
          <a:xfrm>
            <a:off x="568820" y="2750790"/>
            <a:ext cx="8150906" cy="663820"/>
          </a:xfrm>
          <a:prstGeom prst="roundRect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l" rtl="0"/>
            <a:r>
              <a:rPr lang="en-US" sz="1400" dirty="0"/>
              <a:t>“MMSI”: </a:t>
            </a:r>
            <a:r>
              <a:rPr lang="en-US" sz="1400" dirty="0" smtClean="0"/>
              <a:t>{</a:t>
            </a:r>
            <a:endParaRPr lang="en-US" sz="1400" dirty="0"/>
          </a:p>
          <a:p>
            <a:pPr algn="l" rtl="0"/>
            <a:r>
              <a:rPr lang="en-US" sz="1400" dirty="0" smtClean="0"/>
              <a:t>	“type”: “</a:t>
            </a:r>
            <a:r>
              <a:rPr lang="en-US" sz="1400" dirty="0" err="1" smtClean="0"/>
              <a:t>u_int</a:t>
            </a:r>
            <a:r>
              <a:rPr lang="en-US" sz="1400" dirty="0" smtClean="0"/>
              <a:t>”,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“Length”: 30},</a:t>
            </a:r>
            <a:endParaRPr lang="en-US" sz="1400" dirty="0"/>
          </a:p>
        </p:txBody>
      </p:sp>
      <p:sp>
        <p:nvSpPr>
          <p:cNvPr id="21" name="מלבן מעוגל 20"/>
          <p:cNvSpPr/>
          <p:nvPr/>
        </p:nvSpPr>
        <p:spPr>
          <a:xfrm>
            <a:off x="568820" y="3414610"/>
            <a:ext cx="8150906" cy="738595"/>
          </a:xfrm>
          <a:prstGeom prst="roundRect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l" rtl="0"/>
            <a:r>
              <a:rPr lang="en-US" sz="1400" dirty="0"/>
              <a:t>“Part Number”: </a:t>
            </a:r>
            <a:r>
              <a:rPr lang="en-US" sz="1400" dirty="0" smtClean="0"/>
              <a:t>{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“type”: “</a:t>
            </a:r>
            <a:r>
              <a:rPr lang="en-US" sz="1400" dirty="0" err="1" smtClean="0"/>
              <a:t>u_int</a:t>
            </a:r>
            <a:r>
              <a:rPr lang="en-US" sz="1400" dirty="0" smtClean="0"/>
              <a:t>”,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“Length”: 2},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6085001" y="789171"/>
            <a:ext cx="282804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דוגמא למבנה כללי של הודעה </a:t>
            </a:r>
            <a:r>
              <a:rPr lang="he-IL" sz="1600" dirty="0" smtClean="0"/>
              <a:t>24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he-IL" sz="1600" dirty="0" smtClean="0"/>
              <a:t>(להודעות שאין </a:t>
            </a:r>
            <a:r>
              <a:rPr lang="en-US" sz="1600" dirty="0" smtClean="0"/>
              <a:t>parts</a:t>
            </a:r>
            <a:r>
              <a:rPr lang="he-IL" sz="1600" dirty="0" smtClean="0"/>
              <a:t> משאירים את ה</a:t>
            </a:r>
            <a:r>
              <a:rPr lang="en-US" sz="1600" dirty="0" smtClean="0"/>
              <a:t>field</a:t>
            </a:r>
            <a:r>
              <a:rPr lang="he-IL" sz="1600" dirty="0" smtClean="0"/>
              <a:t> של ה</a:t>
            </a:r>
            <a:r>
              <a:rPr lang="en-US" sz="1600" dirty="0" smtClean="0"/>
              <a:t>parts</a:t>
            </a:r>
            <a:r>
              <a:rPr lang="he-IL" sz="1600" dirty="0" smtClean="0"/>
              <a:t> ריק)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353463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044099" y="269916"/>
            <a:ext cx="361517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u="sng" dirty="0" smtClean="0"/>
              <a:t>מבנה </a:t>
            </a:r>
            <a:r>
              <a:rPr lang="en-US" sz="2000" u="sng" dirty="0" err="1" smtClean="0"/>
              <a:t>Json</a:t>
            </a:r>
            <a:r>
              <a:rPr lang="he-IL" sz="2000" u="sng" dirty="0" smtClean="0"/>
              <a:t> של </a:t>
            </a:r>
            <a:r>
              <a:rPr lang="en-US" sz="2000" u="sng" dirty="0" smtClean="0"/>
              <a:t>Valid MSG Values</a:t>
            </a:r>
            <a:endParaRPr lang="he-IL" u="sng" dirty="0"/>
          </a:p>
        </p:txBody>
      </p:sp>
      <p:sp>
        <p:nvSpPr>
          <p:cNvPr id="8" name="מלבן מעוגל 7"/>
          <p:cNvSpPr/>
          <p:nvPr/>
        </p:nvSpPr>
        <p:spPr>
          <a:xfrm>
            <a:off x="0" y="711748"/>
            <a:ext cx="9288546" cy="3805287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l" rtl="0"/>
            <a:r>
              <a:rPr lang="en-US" sz="1600" dirty="0" smtClean="0"/>
              <a:t>{</a:t>
            </a:r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 smtClean="0"/>
          </a:p>
          <a:p>
            <a:pPr algn="l" rtl="0"/>
            <a:endParaRPr lang="en-US" sz="1600" dirty="0"/>
          </a:p>
          <a:p>
            <a:pPr algn="l" rtl="0"/>
            <a:endParaRPr lang="en-US" sz="1600" dirty="0"/>
          </a:p>
          <a:p>
            <a:pPr algn="l" rtl="0"/>
            <a:r>
              <a:rPr lang="en-US" sz="1600" dirty="0" smtClean="0"/>
              <a:t>}</a:t>
            </a:r>
            <a:endParaRPr lang="he-IL" sz="1600" dirty="0" smtClean="0"/>
          </a:p>
        </p:txBody>
      </p:sp>
      <p:sp>
        <p:nvSpPr>
          <p:cNvPr id="11" name="מלבן מעוגל 10"/>
          <p:cNvSpPr/>
          <p:nvPr/>
        </p:nvSpPr>
        <p:spPr>
          <a:xfrm>
            <a:off x="584460" y="908115"/>
            <a:ext cx="8150906" cy="1090367"/>
          </a:xfrm>
          <a:prstGeom prst="roundRect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l" rtl="0"/>
            <a:r>
              <a:rPr lang="en-US" sz="1400" dirty="0" smtClean="0"/>
              <a:t>“Message Type”: {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“Check”: true,</a:t>
            </a:r>
          </a:p>
          <a:p>
            <a:pPr algn="l" rtl="0"/>
            <a:r>
              <a:rPr lang="en-US" sz="1400" dirty="0" smtClean="0"/>
              <a:t>	“type”: “string”,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“Ranges”: [],</a:t>
            </a:r>
          </a:p>
          <a:p>
            <a:pPr algn="l" rtl="0"/>
            <a:r>
              <a:rPr lang="en-US" sz="1400" dirty="0" smtClean="0"/>
              <a:t>	“values”: [“1”, “3”, “24B”] },</a:t>
            </a:r>
            <a:endParaRPr lang="en-US" sz="1400" dirty="0"/>
          </a:p>
        </p:txBody>
      </p:sp>
      <p:sp>
        <p:nvSpPr>
          <p:cNvPr id="14" name="מלבן מעוגל 13"/>
          <p:cNvSpPr/>
          <p:nvPr/>
        </p:nvSpPr>
        <p:spPr>
          <a:xfrm>
            <a:off x="584460" y="1992971"/>
            <a:ext cx="8150906" cy="1090367"/>
          </a:xfrm>
          <a:prstGeom prst="roundRect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l" rtl="0"/>
            <a:r>
              <a:rPr lang="en-US" sz="1400" dirty="0" smtClean="0"/>
              <a:t>“MMSI”: {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“Check”: true,</a:t>
            </a:r>
          </a:p>
          <a:p>
            <a:pPr algn="l" rtl="0"/>
            <a:r>
              <a:rPr lang="en-US" sz="1400" dirty="0" smtClean="0"/>
              <a:t>	“type”: “</a:t>
            </a:r>
            <a:r>
              <a:rPr lang="en-US" sz="1400" dirty="0" err="1" smtClean="0"/>
              <a:t>int</a:t>
            </a:r>
            <a:r>
              <a:rPr lang="en-US" sz="1400" dirty="0" smtClean="0"/>
              <a:t>”,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“Ranges”: [ [“min”: 100000000, “max”: 999999999] ],</a:t>
            </a:r>
          </a:p>
          <a:p>
            <a:pPr algn="l" rtl="0"/>
            <a:r>
              <a:rPr lang="en-US" sz="1400" dirty="0" smtClean="0"/>
              <a:t>	“values”: [] },</a:t>
            </a:r>
            <a:endParaRPr lang="en-US" sz="1400" dirty="0"/>
          </a:p>
        </p:txBody>
      </p:sp>
      <p:sp>
        <p:nvSpPr>
          <p:cNvPr id="15" name="מלבן מעוגל 14"/>
          <p:cNvSpPr/>
          <p:nvPr/>
        </p:nvSpPr>
        <p:spPr>
          <a:xfrm>
            <a:off x="584459" y="3077827"/>
            <a:ext cx="8175830" cy="1090367"/>
          </a:xfrm>
          <a:prstGeom prst="roundRect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l" rtl="0"/>
            <a:r>
              <a:rPr lang="en-US" sz="1400" dirty="0" smtClean="0"/>
              <a:t>“Repeat Indicator”: {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“Check”: false,</a:t>
            </a:r>
          </a:p>
          <a:p>
            <a:pPr algn="l" rtl="0"/>
            <a:r>
              <a:rPr lang="en-US" sz="1400" dirty="0" smtClean="0"/>
              <a:t>	“type”: “</a:t>
            </a:r>
            <a:r>
              <a:rPr lang="en-US" sz="1400" dirty="0" err="1" smtClean="0"/>
              <a:t>int</a:t>
            </a:r>
            <a:r>
              <a:rPr lang="en-US" sz="1400" dirty="0" smtClean="0"/>
              <a:t>”,</a:t>
            </a:r>
          </a:p>
          <a:p>
            <a:pPr algn="l" rtl="0"/>
            <a:r>
              <a:rPr lang="en-US" sz="1400" dirty="0"/>
              <a:t>	</a:t>
            </a:r>
            <a:r>
              <a:rPr lang="en-US" sz="1400" dirty="0" smtClean="0"/>
              <a:t>“Ranges”: [],</a:t>
            </a:r>
          </a:p>
          <a:p>
            <a:pPr algn="l" rtl="0"/>
            <a:r>
              <a:rPr lang="en-US" sz="1400" dirty="0" smtClean="0"/>
              <a:t>	“values”: [] }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948313" y="908115"/>
            <a:ext cx="276976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דוגמא כללית למבנה של ה</a:t>
            </a:r>
            <a:r>
              <a:rPr lang="en-US" sz="1600" dirty="0" err="1" smtClean="0"/>
              <a:t>json</a:t>
            </a:r>
            <a:endParaRPr lang="he-IL" sz="1600" dirty="0" smtClean="0"/>
          </a:p>
          <a:p>
            <a:r>
              <a:rPr lang="he-IL" sz="1600" dirty="0" smtClean="0"/>
              <a:t>(הערכים לא בהכרח הגיוניים פה)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384754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מעוגל 9"/>
          <p:cNvSpPr/>
          <p:nvPr/>
        </p:nvSpPr>
        <p:spPr>
          <a:xfrm>
            <a:off x="476188" y="1201716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 smtClean="0"/>
              <a:t>Loader</a:t>
            </a:r>
            <a:r>
              <a:rPr lang="he-IL" sz="1600" dirty="0" smtClean="0"/>
              <a:t> פותח תיקייה של </a:t>
            </a:r>
            <a:r>
              <a:rPr lang="en-US" sz="1600" dirty="0" err="1" smtClean="0"/>
              <a:t>json</a:t>
            </a:r>
            <a:r>
              <a:rPr lang="he-IL" sz="1600" dirty="0" smtClean="0"/>
              <a:t>ים של מבנה</a:t>
            </a:r>
            <a:endParaRPr lang="he-IL" sz="1600" dirty="0" smtClean="0"/>
          </a:p>
        </p:txBody>
      </p:sp>
      <p:sp>
        <p:nvSpPr>
          <p:cNvPr id="11" name="מלבן מעוגל 10"/>
          <p:cNvSpPr/>
          <p:nvPr/>
        </p:nvSpPr>
        <p:spPr>
          <a:xfrm>
            <a:off x="2862740" y="1201716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טוען </a:t>
            </a:r>
            <a:r>
              <a:rPr lang="en-US" sz="1600" dirty="0" err="1" smtClean="0"/>
              <a:t>json</a:t>
            </a:r>
            <a:endParaRPr lang="he-IL" sz="1600" dirty="0" smtClean="0"/>
          </a:p>
        </p:txBody>
      </p:sp>
      <p:cxnSp>
        <p:nvCxnSpPr>
          <p:cNvPr id="14" name="מחבר חץ ישר 13"/>
          <p:cNvCxnSpPr>
            <a:stCxn id="10" idx="3"/>
            <a:endCxn id="11" idx="1"/>
          </p:cNvCxnSpPr>
          <p:nvPr/>
        </p:nvCxnSpPr>
        <p:spPr>
          <a:xfrm>
            <a:off x="2050464" y="1658916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מחבר חץ ישר 15"/>
          <p:cNvCxnSpPr>
            <a:stCxn id="11" idx="3"/>
            <a:endCxn id="23" idx="1"/>
          </p:cNvCxnSpPr>
          <p:nvPr/>
        </p:nvCxnSpPr>
        <p:spPr>
          <a:xfrm>
            <a:off x="4437016" y="1658916"/>
            <a:ext cx="812276" cy="16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יהלום 22"/>
          <p:cNvSpPr/>
          <p:nvPr/>
        </p:nvSpPr>
        <p:spPr>
          <a:xfrm>
            <a:off x="5249292" y="1201716"/>
            <a:ext cx="1720259" cy="91776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הצליח?</a:t>
            </a:r>
            <a:endParaRPr lang="he-IL" dirty="0"/>
          </a:p>
        </p:txBody>
      </p:sp>
      <p:sp>
        <p:nvSpPr>
          <p:cNvPr id="26" name="מלבן מעוגל 25"/>
          <p:cNvSpPr/>
          <p:nvPr/>
        </p:nvSpPr>
        <p:spPr>
          <a:xfrm>
            <a:off x="7787186" y="1201716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מוסיף למילו</a:t>
            </a:r>
            <a:r>
              <a:rPr lang="he-IL" sz="1600" dirty="0" smtClean="0"/>
              <a:t>ן של מבנה סוגי ההודעות</a:t>
            </a:r>
            <a:endParaRPr lang="he-IL" sz="1600" dirty="0" smtClean="0"/>
          </a:p>
        </p:txBody>
      </p:sp>
      <p:cxnSp>
        <p:nvCxnSpPr>
          <p:cNvPr id="27" name="מחבר חץ ישר 26"/>
          <p:cNvCxnSpPr>
            <a:stCxn id="23" idx="3"/>
            <a:endCxn id="26" idx="1"/>
          </p:cNvCxnSpPr>
          <p:nvPr/>
        </p:nvCxnSpPr>
        <p:spPr>
          <a:xfrm flipV="1">
            <a:off x="6969551" y="1658916"/>
            <a:ext cx="817635" cy="16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58279" y="1320362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  <a:endParaRPr lang="he-IL" sz="1400" dirty="0"/>
          </a:p>
        </p:txBody>
      </p:sp>
      <p:sp>
        <p:nvSpPr>
          <p:cNvPr id="43" name="יהלום 42"/>
          <p:cNvSpPr/>
          <p:nvPr/>
        </p:nvSpPr>
        <p:spPr>
          <a:xfrm>
            <a:off x="10188625" y="1119332"/>
            <a:ext cx="1533783" cy="1079168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יש </a:t>
            </a:r>
            <a:r>
              <a:rPr lang="he-IL" dirty="0"/>
              <a:t>עוד </a:t>
            </a:r>
            <a:r>
              <a:rPr lang="en-US" dirty="0" err="1"/>
              <a:t>json</a:t>
            </a:r>
            <a:r>
              <a:rPr lang="he-IL" dirty="0"/>
              <a:t>ים</a:t>
            </a:r>
          </a:p>
          <a:p>
            <a:pPr algn="ctr"/>
            <a:r>
              <a:rPr lang="he-IL" dirty="0" smtClean="0"/>
              <a:t>?</a:t>
            </a:r>
            <a:endParaRPr lang="he-IL" dirty="0"/>
          </a:p>
        </p:txBody>
      </p:sp>
      <p:cxnSp>
        <p:nvCxnSpPr>
          <p:cNvPr id="44" name="מחבר חץ ישר 43"/>
          <p:cNvCxnSpPr>
            <a:stCxn id="26" idx="3"/>
            <a:endCxn id="43" idx="1"/>
          </p:cNvCxnSpPr>
          <p:nvPr/>
        </p:nvCxnSpPr>
        <p:spPr>
          <a:xfrm>
            <a:off x="9361462" y="1658916"/>
            <a:ext cx="8271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514026" y="801885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  <a:endParaRPr lang="he-IL" sz="1400" dirty="0"/>
          </a:p>
        </p:txBody>
      </p:sp>
      <p:cxnSp>
        <p:nvCxnSpPr>
          <p:cNvPr id="48" name="מחבר מרפקי 47"/>
          <p:cNvCxnSpPr>
            <a:stCxn id="43" idx="0"/>
            <a:endCxn id="11" idx="0"/>
          </p:cNvCxnSpPr>
          <p:nvPr/>
        </p:nvCxnSpPr>
        <p:spPr>
          <a:xfrm rot="16200000" flipH="1" flipV="1">
            <a:off x="7261506" y="-2492296"/>
            <a:ext cx="82384" cy="7305639"/>
          </a:xfrm>
          <a:prstGeom prst="bentConnector3">
            <a:avLst>
              <a:gd name="adj1" fmla="val -90682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/>
          <p:cNvCxnSpPr>
            <a:stCxn id="43" idx="2"/>
            <a:endCxn id="38" idx="0"/>
          </p:cNvCxnSpPr>
          <p:nvPr/>
        </p:nvCxnSpPr>
        <p:spPr>
          <a:xfrm>
            <a:off x="10955517" y="2198500"/>
            <a:ext cx="5359" cy="12434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570587" y="2103324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  <a:endParaRPr lang="he-IL" sz="1400" dirty="0"/>
          </a:p>
        </p:txBody>
      </p:sp>
      <p:sp>
        <p:nvSpPr>
          <p:cNvPr id="37" name="מלבן מעוגל 36"/>
          <p:cNvSpPr/>
          <p:nvPr/>
        </p:nvSpPr>
        <p:spPr>
          <a:xfrm>
            <a:off x="7787186" y="3441981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טוען </a:t>
            </a:r>
            <a:r>
              <a:rPr lang="en-US" sz="1600" dirty="0" err="1"/>
              <a:t>json</a:t>
            </a:r>
            <a:endParaRPr lang="he-IL" sz="1600" dirty="0"/>
          </a:p>
        </p:txBody>
      </p:sp>
      <p:sp>
        <p:nvSpPr>
          <p:cNvPr id="38" name="מלבן מעוגל 37"/>
          <p:cNvSpPr/>
          <p:nvPr/>
        </p:nvSpPr>
        <p:spPr>
          <a:xfrm>
            <a:off x="10173738" y="3441981"/>
            <a:ext cx="1574276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פותח תיקייה של </a:t>
            </a:r>
            <a:r>
              <a:rPr lang="en-US" sz="1600" dirty="0" err="1"/>
              <a:t>json</a:t>
            </a:r>
            <a:r>
              <a:rPr lang="he-IL" sz="1600" dirty="0"/>
              <a:t>ים של טווחי ערכים ל</a:t>
            </a:r>
            <a:r>
              <a:rPr lang="en-US" sz="1600" dirty="0"/>
              <a:t>fields</a:t>
            </a:r>
            <a:endParaRPr lang="he-IL" sz="1600" dirty="0"/>
          </a:p>
        </p:txBody>
      </p:sp>
      <p:cxnSp>
        <p:nvCxnSpPr>
          <p:cNvPr id="39" name="מחבר חץ ישר 38"/>
          <p:cNvCxnSpPr>
            <a:stCxn id="38" idx="1"/>
            <a:endCxn id="37" idx="3"/>
          </p:cNvCxnSpPr>
          <p:nvPr/>
        </p:nvCxnSpPr>
        <p:spPr>
          <a:xfrm flipH="1">
            <a:off x="9361462" y="3899181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מלבן מעוגל 52"/>
          <p:cNvSpPr/>
          <p:nvPr/>
        </p:nvSpPr>
        <p:spPr>
          <a:xfrm>
            <a:off x="2888346" y="3409975"/>
            <a:ext cx="1574276" cy="991818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מוסיף למילון של </a:t>
            </a:r>
            <a:r>
              <a:rPr lang="he-IL" sz="1600" dirty="0" smtClean="0"/>
              <a:t>טווחי ערכים ל</a:t>
            </a:r>
            <a:r>
              <a:rPr lang="en-US" sz="1600" dirty="0" smtClean="0"/>
              <a:t>fields</a:t>
            </a:r>
            <a:endParaRPr lang="he-IL" sz="1600" dirty="0"/>
          </a:p>
        </p:txBody>
      </p:sp>
      <p:sp>
        <p:nvSpPr>
          <p:cNvPr id="55" name="יהלום 54"/>
          <p:cNvSpPr/>
          <p:nvPr/>
        </p:nvSpPr>
        <p:spPr>
          <a:xfrm>
            <a:off x="5274898" y="3447004"/>
            <a:ext cx="1720259" cy="917760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הצליח?</a:t>
            </a:r>
            <a:endParaRPr lang="he-IL" dirty="0"/>
          </a:p>
        </p:txBody>
      </p:sp>
      <p:cxnSp>
        <p:nvCxnSpPr>
          <p:cNvPr id="60" name="מחבר חץ ישר 59"/>
          <p:cNvCxnSpPr>
            <a:stCxn id="37" idx="1"/>
            <a:endCxn id="55" idx="3"/>
          </p:cNvCxnSpPr>
          <p:nvPr/>
        </p:nvCxnSpPr>
        <p:spPr>
          <a:xfrm flipH="1">
            <a:off x="6995157" y="3899181"/>
            <a:ext cx="792029" cy="67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מחבר חץ ישר 62"/>
          <p:cNvCxnSpPr>
            <a:stCxn id="55" idx="1"/>
            <a:endCxn id="53" idx="3"/>
          </p:cNvCxnSpPr>
          <p:nvPr/>
        </p:nvCxnSpPr>
        <p:spPr>
          <a:xfrm flipH="1">
            <a:off x="4462622" y="3905884"/>
            <a:ext cx="812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655263" y="3552799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  <a:endParaRPr lang="he-IL" sz="1400" dirty="0"/>
          </a:p>
        </p:txBody>
      </p:sp>
      <p:cxnSp>
        <p:nvCxnSpPr>
          <p:cNvPr id="81" name="מחבר מרפקי 80"/>
          <p:cNvCxnSpPr>
            <a:stCxn id="23" idx="0"/>
            <a:endCxn id="43" idx="1"/>
          </p:cNvCxnSpPr>
          <p:nvPr/>
        </p:nvCxnSpPr>
        <p:spPr>
          <a:xfrm rot="16200000" flipH="1">
            <a:off x="7920423" y="-609285"/>
            <a:ext cx="457200" cy="4079203"/>
          </a:xfrm>
          <a:prstGeom prst="bentConnector4">
            <a:avLst>
              <a:gd name="adj1" fmla="val -76804"/>
              <a:gd name="adj2" fmla="val 9382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754256" y="940616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  <a:endParaRPr lang="he-IL" sz="1400" dirty="0"/>
          </a:p>
        </p:txBody>
      </p:sp>
      <p:sp>
        <p:nvSpPr>
          <p:cNvPr id="89" name="יהלום 88"/>
          <p:cNvSpPr/>
          <p:nvPr/>
        </p:nvSpPr>
        <p:spPr>
          <a:xfrm>
            <a:off x="542287" y="3351769"/>
            <a:ext cx="1533783" cy="1079168"/>
          </a:xfrm>
          <a:prstGeom prst="diamond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יש </a:t>
            </a:r>
            <a:r>
              <a:rPr lang="he-IL" dirty="0"/>
              <a:t>עוד </a:t>
            </a:r>
            <a:r>
              <a:rPr lang="en-US" dirty="0" err="1"/>
              <a:t>json</a:t>
            </a:r>
            <a:r>
              <a:rPr lang="he-IL" dirty="0"/>
              <a:t>ים</a:t>
            </a:r>
          </a:p>
          <a:p>
            <a:pPr algn="ctr"/>
            <a:r>
              <a:rPr lang="he-IL" dirty="0" smtClean="0"/>
              <a:t>?</a:t>
            </a:r>
            <a:endParaRPr lang="he-IL" dirty="0"/>
          </a:p>
        </p:txBody>
      </p:sp>
      <p:cxnSp>
        <p:nvCxnSpPr>
          <p:cNvPr id="90" name="מחבר חץ ישר 89"/>
          <p:cNvCxnSpPr>
            <a:stCxn id="53" idx="1"/>
            <a:endCxn id="89" idx="3"/>
          </p:cNvCxnSpPr>
          <p:nvPr/>
        </p:nvCxnSpPr>
        <p:spPr>
          <a:xfrm flipH="1" flipV="1">
            <a:off x="2076070" y="3891353"/>
            <a:ext cx="812276" cy="14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מחבר מרפקי 92"/>
          <p:cNvCxnSpPr>
            <a:stCxn id="89" idx="0"/>
            <a:endCxn id="38" idx="0"/>
          </p:cNvCxnSpPr>
          <p:nvPr/>
        </p:nvCxnSpPr>
        <p:spPr>
          <a:xfrm rot="16200000" flipH="1">
            <a:off x="6089921" y="-1428973"/>
            <a:ext cx="90212" cy="9651697"/>
          </a:xfrm>
          <a:prstGeom prst="bentConnector3">
            <a:avLst>
              <a:gd name="adj1" fmla="val -90128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898037" y="3033296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כן</a:t>
            </a:r>
            <a:endParaRPr lang="he-IL" sz="1400" dirty="0"/>
          </a:p>
        </p:txBody>
      </p:sp>
      <p:sp>
        <p:nvSpPr>
          <p:cNvPr id="100" name="TextBox 99"/>
          <p:cNvSpPr txBox="1"/>
          <p:nvPr/>
        </p:nvSpPr>
        <p:spPr>
          <a:xfrm>
            <a:off x="5432731" y="3182492"/>
            <a:ext cx="73057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 smtClean="0"/>
              <a:t>לא</a:t>
            </a:r>
            <a:endParaRPr lang="he-IL" sz="1400" dirty="0"/>
          </a:p>
        </p:txBody>
      </p:sp>
      <p:cxnSp>
        <p:nvCxnSpPr>
          <p:cNvPr id="101" name="מחבר מרפקי 100"/>
          <p:cNvCxnSpPr>
            <a:stCxn id="55" idx="0"/>
            <a:endCxn id="89" idx="3"/>
          </p:cNvCxnSpPr>
          <p:nvPr/>
        </p:nvCxnSpPr>
        <p:spPr>
          <a:xfrm rot="16200000" flipH="1" flipV="1">
            <a:off x="3883374" y="1639699"/>
            <a:ext cx="444349" cy="4058958"/>
          </a:xfrm>
          <a:prstGeom prst="bentConnector4">
            <a:avLst>
              <a:gd name="adj1" fmla="val -102362"/>
              <a:gd name="adj2" fmla="val 9218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מלבן מעוגל 119"/>
          <p:cNvSpPr/>
          <p:nvPr/>
        </p:nvSpPr>
        <p:spPr>
          <a:xfrm>
            <a:off x="522039" y="5063023"/>
            <a:ext cx="1966637" cy="1205802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מוודא שלכל מילון של מבנה של סוג הודעה יש מילון של טווח הערכים של ה</a:t>
            </a:r>
            <a:r>
              <a:rPr lang="en-US" sz="1600" dirty="0" smtClean="0"/>
              <a:t>fields</a:t>
            </a:r>
            <a:r>
              <a:rPr lang="he-IL" sz="1600" dirty="0" smtClean="0"/>
              <a:t> של אותו סוג הודעה</a:t>
            </a:r>
            <a:endParaRPr lang="he-IL" sz="1600" dirty="0"/>
          </a:p>
        </p:txBody>
      </p:sp>
      <p:cxnSp>
        <p:nvCxnSpPr>
          <p:cNvPr id="123" name="מחבר חץ ישר 122"/>
          <p:cNvCxnSpPr>
            <a:stCxn id="120" idx="3"/>
            <a:endCxn id="131" idx="1"/>
          </p:cNvCxnSpPr>
          <p:nvPr/>
        </p:nvCxnSpPr>
        <p:spPr>
          <a:xfrm>
            <a:off x="2488676" y="5665924"/>
            <a:ext cx="783204" cy="109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מחבר מרפקי 127"/>
          <p:cNvCxnSpPr>
            <a:stCxn id="89" idx="2"/>
            <a:endCxn id="120" idx="0"/>
          </p:cNvCxnSpPr>
          <p:nvPr/>
        </p:nvCxnSpPr>
        <p:spPr>
          <a:xfrm rot="16200000" flipH="1">
            <a:off x="1091225" y="4648890"/>
            <a:ext cx="632086" cy="19617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מלבן מעוגל 130"/>
          <p:cNvSpPr/>
          <p:nvPr/>
        </p:nvSpPr>
        <p:spPr>
          <a:xfrm>
            <a:off x="3271880" y="5219679"/>
            <a:ext cx="992889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מסיר את המילונים הבודדים</a:t>
            </a:r>
            <a:endParaRPr lang="he-IL" sz="1600" dirty="0"/>
          </a:p>
        </p:txBody>
      </p:sp>
      <p:sp>
        <p:nvSpPr>
          <p:cNvPr id="135" name="מלבן מעוגל 134"/>
          <p:cNvSpPr/>
          <p:nvPr/>
        </p:nvSpPr>
        <p:spPr>
          <a:xfrm>
            <a:off x="5053975" y="5063023"/>
            <a:ext cx="1987943" cy="1216524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לכל סוג הודעה מוודא שבמילון של טווחי הערכים מתוארים אותם </a:t>
            </a:r>
            <a:r>
              <a:rPr lang="en-US" sz="1600" dirty="0" smtClean="0"/>
              <a:t>fields</a:t>
            </a:r>
            <a:r>
              <a:rPr lang="he-IL" sz="1600" dirty="0" smtClean="0"/>
              <a:t> כמו במילון של המבנה</a:t>
            </a:r>
            <a:endParaRPr lang="he-IL" sz="1600" dirty="0"/>
          </a:p>
        </p:txBody>
      </p:sp>
      <p:cxnSp>
        <p:nvCxnSpPr>
          <p:cNvPr id="136" name="מחבר חץ ישר 135"/>
          <p:cNvCxnSpPr>
            <a:stCxn id="131" idx="3"/>
            <a:endCxn id="135" idx="1"/>
          </p:cNvCxnSpPr>
          <p:nvPr/>
        </p:nvCxnSpPr>
        <p:spPr>
          <a:xfrm flipV="1">
            <a:off x="4264769" y="5671285"/>
            <a:ext cx="789206" cy="55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מלבן מעוגל 147"/>
          <p:cNvSpPr/>
          <p:nvPr/>
        </p:nvSpPr>
        <p:spPr>
          <a:xfrm>
            <a:off x="7831124" y="5219679"/>
            <a:ext cx="1105153" cy="914400"/>
          </a:xfrm>
          <a:prstGeom prst="round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/>
              <a:t>מסיר צמדי מילונים לא תואמים</a:t>
            </a:r>
            <a:endParaRPr lang="he-IL" sz="1600" dirty="0"/>
          </a:p>
        </p:txBody>
      </p:sp>
      <p:cxnSp>
        <p:nvCxnSpPr>
          <p:cNvPr id="149" name="מחבר חץ ישר 148"/>
          <p:cNvCxnSpPr>
            <a:stCxn id="135" idx="3"/>
            <a:endCxn id="148" idx="1"/>
          </p:cNvCxnSpPr>
          <p:nvPr/>
        </p:nvCxnSpPr>
        <p:spPr>
          <a:xfrm>
            <a:off x="7041918" y="5671285"/>
            <a:ext cx="789206" cy="55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10751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2834</TotalTime>
  <Words>477</Words>
  <Application>Microsoft Office PowerPoint</Application>
  <PresentationFormat>מסך רחב</PresentationFormat>
  <Paragraphs>169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ערכת נושא Office</vt:lpstr>
      <vt:lpstr>להוסיף מילון מושגים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Amos Ofir</dc:creator>
  <cp:lastModifiedBy>Amos Ofir</cp:lastModifiedBy>
  <cp:revision>132</cp:revision>
  <dcterms:created xsi:type="dcterms:W3CDTF">2025-12-03T08:40:10Z</dcterms:created>
  <dcterms:modified xsi:type="dcterms:W3CDTF">2025-12-05T13:38:01Z</dcterms:modified>
</cp:coreProperties>
</file>